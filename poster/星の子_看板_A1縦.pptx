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1383625" cy="3027521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8C1186-60E7-DAB7-35CF-093FB3845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2954" y="4954765"/>
            <a:ext cx="16037719" cy="105402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3E23951-EF17-BF0C-319B-5EBE7977A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2954" y="15901497"/>
            <a:ext cx="16037719" cy="730949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97A884-13CB-4875-6F83-9390175B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9FC2-FDA2-4662-A614-6E6965CC8A3C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E0A5C8-C8AD-E6E2-7FCE-671611E4B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591DF0-F9F4-BBB3-935A-7E49BD57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D141-76A6-4AFE-9426-9E647F8C3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249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0B538C-DC9C-483F-A3F2-9FF682251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AF5600-BBF8-F1FE-B25A-F03521200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B5E5A0-46B4-6560-062F-7C0D95519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9FC2-FDA2-4662-A614-6E6965CC8A3C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E7799C-1224-D68A-E064-6EC4E31A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9D93-6F02-614F-5D51-0F8EEDED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D141-76A6-4AFE-9426-9E647F8C3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89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AF2226-38BB-A0CA-7333-1A818CD21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1F3D6F-C6D1-44A2-5C60-F1BF49932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1E4541-07AE-4CC8-6D23-3E2B689A2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9FC2-FDA2-4662-A614-6E6965CC8A3C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23B547-54B6-3205-FB24-EEAD19A9B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5B06C2-AD5A-B6AC-0D0B-F627B407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D141-76A6-4AFE-9426-9E647F8C3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8033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44EC47-2152-2A2A-3A77-6B36B0BA8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51AF72-5F10-0386-EBB4-B7AB0F19D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0125" y="8059374"/>
            <a:ext cx="9088041" cy="19209345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F5574E6-D3C5-C4AD-1DE2-CABE32439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25461" y="8059374"/>
            <a:ext cx="9088041" cy="19209345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DD0BB2-2E7D-5836-0547-25F40D8D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9FC2-FDA2-4662-A614-6E6965CC8A3C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B459A95-AE7D-74A0-CA1A-F3476FAF1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D9E309-6AD7-4EF7-38DA-8D8A9C38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D141-76A6-4AFE-9426-9E647F8C3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3111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6E5E98-1B4C-1D17-3041-8112FA946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10" y="1611882"/>
            <a:ext cx="18443377" cy="5851808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92EA2D-15AB-6D3D-BC44-C629BE0D1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2911" y="7421634"/>
            <a:ext cx="9046275" cy="36372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28152E-FF68-B7D9-EFA5-D7F7DA6E4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72911" y="11058863"/>
            <a:ext cx="9046275" cy="16265921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656E837-E963-2098-ECC5-2D71B651B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825460" y="7421634"/>
            <a:ext cx="9090826" cy="36372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21D5C37-C740-06CB-E583-C5C364C07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825460" y="11058863"/>
            <a:ext cx="9090826" cy="16265921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F930E45-BB5E-3D71-7B05-1AA6811AF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9FC2-FDA2-4662-A614-6E6965CC8A3C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4752F87-40DD-DCEF-99A6-D3A4BE9C8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E77E2FA-3731-38B1-F045-E6C5DF13A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D141-76A6-4AFE-9426-9E647F8C3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0939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7E0B2F-9F47-6B2F-9C76-54ABE1831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795B0C0-E2D1-5F5B-A145-CE09B8C94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9FC2-FDA2-4662-A614-6E6965CC8A3C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40AD5D7-0E4F-3CBC-26A0-E42C5763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CFED663-C022-20D2-34BE-E1AA1328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D141-76A6-4AFE-9426-9E647F8C3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167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8171E80-6049-3B85-655E-9C1D5BC4F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9FC2-FDA2-4662-A614-6E6965CC8A3C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24B14B8-2201-D06E-2933-DFE6A6A5A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27B1A15-8E37-EE2A-BD6F-1A18F40EC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D141-76A6-4AFE-9426-9E647F8C3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574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87E94F-E877-9930-DC80-4803CD926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11" y="2018348"/>
            <a:ext cx="6896775" cy="706421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A01108-5187-0DE9-CAFD-7280E0536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BE363B-5377-6663-8A40-1642C19B4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2911" y="9082564"/>
            <a:ext cx="6896775" cy="16826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E48246-E2C1-328A-5FF6-5258C4A90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9FC2-FDA2-4662-A614-6E6965CC8A3C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793A48-AD80-A59E-B126-27AE53488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FE48EF3-8D56-C07B-A377-C31118B3C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D141-76A6-4AFE-9426-9E647F8C3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434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4A80D0-2B00-626F-5361-527F4A281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11" y="2018348"/>
            <a:ext cx="6896775" cy="706421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EF20177-10DB-71B7-AE48-7AC6331AA02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CCC787-E217-4312-4298-EE929FAF7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2911" y="9082564"/>
            <a:ext cx="6896775" cy="16826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8CB926-6AAD-4998-C7B0-F8FC10D45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9FC2-FDA2-4662-A614-6E6965CC8A3C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46B429-C0A8-02B5-631E-649C78248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2D79EE-634F-6782-1224-F61856064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D141-76A6-4AFE-9426-9E647F8C3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8902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A293BE-EFC1-69F7-8523-62E231703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93C503-957B-CF98-EE00-05C1D3D66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B13A14-4491-CC0A-E543-FF9CD5C90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9FC2-FDA2-4662-A614-6E6965CC8A3C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10F561-DE4F-F640-0F9E-C369B9089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4EC54F-37B2-F08D-229A-539D91B1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D141-76A6-4AFE-9426-9E647F8C3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089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7BF5B4A-49CB-C884-0F57-938D192466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302657" y="1611875"/>
            <a:ext cx="4610844" cy="25656844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A515F42-D258-99A1-6766-DE349A842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98A103-99FF-A396-CC0E-2FC7EF2F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9FC2-FDA2-4662-A614-6E6965CC8A3C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C4D047-3873-23A2-E044-D7C5C692B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9BB5CA-AC8B-3BF4-2000-4EC3EB951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9D141-76A6-4AFE-9426-9E647F8C3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386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273513C-44C0-DB58-0415-09BC61581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125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E417EA-E2E9-5F97-422D-01A3FE53E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0125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F88670-EAE1-81EB-1804-0D1DF3D4C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89FC2-FDA2-4662-A614-6E6965CC8A3C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E97B09-03CC-0F01-4E9F-DA79329BB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3327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DEC15F-6520-34AC-74D2-47844822A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9D141-76A6-4AFE-9426-9E647F8C39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7993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FCC8796-11A3-8D8C-66EB-6AA0EDF7A3B5}"/>
              </a:ext>
            </a:extLst>
          </p:cNvPr>
          <p:cNvSpPr/>
          <p:nvPr/>
        </p:nvSpPr>
        <p:spPr>
          <a:xfrm>
            <a:off x="0" y="0"/>
            <a:ext cx="21384000" cy="30276000"/>
          </a:xfrm>
          <a:prstGeom prst="rect">
            <a:avLst/>
          </a:prstGeom>
          <a:gradFill flip="none" rotWithShape="1">
            <a:gsLst>
              <a:gs pos="0">
                <a:srgbClr val="080A22"/>
              </a:gs>
              <a:gs pos="100000">
                <a:srgbClr val="060718"/>
              </a:gs>
              <a:gs pos="30000">
                <a:srgbClr val="121E5A"/>
              </a:gs>
              <a:gs pos="37000">
                <a:srgbClr val="182C70"/>
              </a:gs>
              <a:gs pos="75000">
                <a:srgbClr val="0A0C26"/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F47B68FE-5BB2-90BB-AB72-C744EF36E76E}"/>
              </a:ext>
            </a:extLst>
          </p:cNvPr>
          <p:cNvSpPr/>
          <p:nvPr/>
        </p:nvSpPr>
        <p:spPr>
          <a:xfrm>
            <a:off x="-4320000" y="-2160000"/>
            <a:ext cx="30024000" cy="15120000"/>
          </a:xfrm>
          <a:prstGeom prst="ellipse">
            <a:avLst/>
          </a:prstGeom>
          <a:gradFill flip="none" rotWithShape="1">
            <a:gsLst>
              <a:gs pos="0">
                <a:srgbClr val="7850C8">
                  <a:alpha val="45000"/>
                </a:srgbClr>
              </a:gs>
              <a:gs pos="100000">
                <a:srgbClr val="1E1E5A">
                  <a:alpha val="0"/>
                </a:srgbClr>
              </a:gs>
              <a:gs pos="50000">
                <a:srgbClr val="3C3296">
                  <a:alpha val="20000"/>
                </a:srgbClr>
              </a:gs>
            </a:gsLst>
            <a:path path="rect">
              <a:fillToRect l="50000" t="50000" r="50000" b="50000"/>
            </a:path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EF49D253-3B5E-BD73-B9F6-4F2504F82FB8}"/>
              </a:ext>
            </a:extLst>
          </p:cNvPr>
          <p:cNvSpPr/>
          <p:nvPr/>
        </p:nvSpPr>
        <p:spPr>
          <a:xfrm>
            <a:off x="10800000" y="5040000"/>
            <a:ext cx="12959999" cy="6479999"/>
          </a:xfrm>
          <a:prstGeom prst="ellipse">
            <a:avLst/>
          </a:prstGeom>
          <a:gradFill flip="none" rotWithShape="1">
            <a:gsLst>
              <a:gs pos="0">
                <a:srgbClr val="D278B4">
                  <a:alpha val="28000"/>
                </a:srgbClr>
              </a:gs>
              <a:gs pos="100000">
                <a:srgbClr val="784696">
                  <a:alpha val="0"/>
                </a:srgbClr>
              </a:gs>
            </a:gsLst>
            <a:path path="rect">
              <a:fillToRect l="50000" t="50000" r="50000" b="50000"/>
            </a:path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508900F9-C022-6480-4A44-A5050C6AE650}"/>
              </a:ext>
            </a:extLst>
          </p:cNvPr>
          <p:cNvSpPr/>
          <p:nvPr/>
        </p:nvSpPr>
        <p:spPr>
          <a:xfrm>
            <a:off x="8171723" y="9435799"/>
            <a:ext cx="46127" cy="46128"/>
          </a:xfrm>
          <a:prstGeom prst="ellipse">
            <a:avLst/>
          </a:prstGeom>
          <a:solidFill>
            <a:srgbClr val="FFFFFF">
              <a:alpha val="8167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B96742BD-5120-8DE9-AE12-5F504D502A21}"/>
              </a:ext>
            </a:extLst>
          </p:cNvPr>
          <p:cNvSpPr/>
          <p:nvPr/>
        </p:nvSpPr>
        <p:spPr>
          <a:xfrm>
            <a:off x="14415008" y="207451"/>
            <a:ext cx="88398" cy="88398"/>
          </a:xfrm>
          <a:prstGeom prst="ellipse">
            <a:avLst/>
          </a:prstGeom>
          <a:solidFill>
            <a:srgbClr val="FFD6EB">
              <a:alpha val="5725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10EB1B60-6A6B-4335-A003-5CEBEC85931A}"/>
              </a:ext>
            </a:extLst>
          </p:cNvPr>
          <p:cNvSpPr/>
          <p:nvPr/>
        </p:nvSpPr>
        <p:spPr>
          <a:xfrm>
            <a:off x="9587617" y="10245597"/>
            <a:ext cx="28452" cy="28452"/>
          </a:xfrm>
          <a:prstGeom prst="ellipse">
            <a:avLst/>
          </a:prstGeom>
          <a:solidFill>
            <a:srgbClr val="FFFFFF">
              <a:alpha val="5590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3BDB9668-E74E-123F-AF85-26E0683DA878}"/>
              </a:ext>
            </a:extLst>
          </p:cNvPr>
          <p:cNvSpPr/>
          <p:nvPr/>
        </p:nvSpPr>
        <p:spPr>
          <a:xfrm>
            <a:off x="8585073" y="8589321"/>
            <a:ext cx="23157" cy="23158"/>
          </a:xfrm>
          <a:prstGeom prst="ellipse">
            <a:avLst/>
          </a:prstGeom>
          <a:solidFill>
            <a:srgbClr val="FFD6EB">
              <a:alpha val="9874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2EC7942-F10A-92C7-C571-72F18D9F2285}"/>
              </a:ext>
            </a:extLst>
          </p:cNvPr>
          <p:cNvSpPr/>
          <p:nvPr/>
        </p:nvSpPr>
        <p:spPr>
          <a:xfrm>
            <a:off x="15964376" y="5620373"/>
            <a:ext cx="19014" cy="19014"/>
          </a:xfrm>
          <a:prstGeom prst="ellipse">
            <a:avLst/>
          </a:prstGeom>
          <a:solidFill>
            <a:srgbClr val="FFECBE">
              <a:alpha val="8070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AC96BE8C-C859-B81D-923D-76D86108F1A2}"/>
              </a:ext>
            </a:extLst>
          </p:cNvPr>
          <p:cNvSpPr/>
          <p:nvPr/>
        </p:nvSpPr>
        <p:spPr>
          <a:xfrm>
            <a:off x="601835" y="10516257"/>
            <a:ext cx="18007" cy="18008"/>
          </a:xfrm>
          <a:prstGeom prst="ellipse">
            <a:avLst/>
          </a:prstGeom>
          <a:solidFill>
            <a:srgbClr val="FFECBE">
              <a:alpha val="6406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60E467AB-6DF0-1822-EF17-4CBFD94A468C}"/>
              </a:ext>
            </a:extLst>
          </p:cNvPr>
          <p:cNvSpPr/>
          <p:nvPr/>
        </p:nvSpPr>
        <p:spPr>
          <a:xfrm>
            <a:off x="16485783" y="2592663"/>
            <a:ext cx="18332" cy="18333"/>
          </a:xfrm>
          <a:prstGeom prst="ellipse">
            <a:avLst/>
          </a:prstGeom>
          <a:solidFill>
            <a:srgbClr val="FFFFFF">
              <a:alpha val="9565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4994BDA1-79BF-3573-7B2A-EC5F391B1AFE}"/>
              </a:ext>
            </a:extLst>
          </p:cNvPr>
          <p:cNvSpPr/>
          <p:nvPr/>
        </p:nvSpPr>
        <p:spPr>
          <a:xfrm>
            <a:off x="1409041" y="8899640"/>
            <a:ext cx="18707" cy="18708"/>
          </a:xfrm>
          <a:prstGeom prst="ellipse">
            <a:avLst/>
          </a:prstGeom>
          <a:solidFill>
            <a:srgbClr val="BED2FF">
              <a:alpha val="5339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CB025577-81A4-F3CD-B108-4123DE34E8A6}"/>
              </a:ext>
            </a:extLst>
          </p:cNvPr>
          <p:cNvSpPr/>
          <p:nvPr/>
        </p:nvSpPr>
        <p:spPr>
          <a:xfrm>
            <a:off x="18787339" y="6778138"/>
            <a:ext cx="18428" cy="18429"/>
          </a:xfrm>
          <a:prstGeom prst="ellipse">
            <a:avLst/>
          </a:prstGeom>
          <a:solidFill>
            <a:srgbClr val="FFFFFF">
              <a:alpha val="7011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DE1C7293-6A41-4C10-D04D-0EF1DAB5F3DF}"/>
              </a:ext>
            </a:extLst>
          </p:cNvPr>
          <p:cNvSpPr/>
          <p:nvPr/>
        </p:nvSpPr>
        <p:spPr>
          <a:xfrm>
            <a:off x="20493917" y="7489490"/>
            <a:ext cx="37162" cy="37162"/>
          </a:xfrm>
          <a:prstGeom prst="ellipse">
            <a:avLst/>
          </a:prstGeom>
          <a:solidFill>
            <a:srgbClr val="FFD6EB">
              <a:alpha val="9267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D1ECCB3-DD9B-60CA-8B8A-88DDFE420676}"/>
              </a:ext>
            </a:extLst>
          </p:cNvPr>
          <p:cNvSpPr/>
          <p:nvPr/>
        </p:nvSpPr>
        <p:spPr>
          <a:xfrm>
            <a:off x="4750013" y="9464153"/>
            <a:ext cx="51302" cy="51302"/>
          </a:xfrm>
          <a:prstGeom prst="ellipse">
            <a:avLst/>
          </a:prstGeom>
          <a:solidFill>
            <a:srgbClr val="FFD6EB">
              <a:alpha val="7017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5B5374A9-6D46-98C2-0FD6-B565E0D88287}"/>
              </a:ext>
            </a:extLst>
          </p:cNvPr>
          <p:cNvSpPr/>
          <p:nvPr/>
        </p:nvSpPr>
        <p:spPr>
          <a:xfrm>
            <a:off x="17478521" y="7218692"/>
            <a:ext cx="19133" cy="19133"/>
          </a:xfrm>
          <a:prstGeom prst="ellipse">
            <a:avLst/>
          </a:prstGeom>
          <a:solidFill>
            <a:srgbClr val="BED2FF">
              <a:alpha val="8310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EF5F5EFF-4323-B55B-1622-E1ADEE700060}"/>
              </a:ext>
            </a:extLst>
          </p:cNvPr>
          <p:cNvSpPr/>
          <p:nvPr/>
        </p:nvSpPr>
        <p:spPr>
          <a:xfrm>
            <a:off x="15462540" y="72129"/>
            <a:ext cx="30229" cy="30230"/>
          </a:xfrm>
          <a:prstGeom prst="ellipse">
            <a:avLst/>
          </a:prstGeom>
          <a:solidFill>
            <a:srgbClr val="FFFFFF">
              <a:alpha val="9582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8A886AE9-1FA1-E3A8-0681-117C3A4F7459}"/>
              </a:ext>
            </a:extLst>
          </p:cNvPr>
          <p:cNvSpPr/>
          <p:nvPr/>
        </p:nvSpPr>
        <p:spPr>
          <a:xfrm>
            <a:off x="3236400" y="8788001"/>
            <a:ext cx="21309" cy="21309"/>
          </a:xfrm>
          <a:prstGeom prst="ellipse">
            <a:avLst/>
          </a:prstGeom>
          <a:solidFill>
            <a:srgbClr val="FFFFFF">
              <a:alpha val="5921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E829BD4B-4C2E-58B0-F1AB-4F8C7A5E6BF7}"/>
              </a:ext>
            </a:extLst>
          </p:cNvPr>
          <p:cNvSpPr/>
          <p:nvPr/>
        </p:nvSpPr>
        <p:spPr>
          <a:xfrm>
            <a:off x="12225543" y="6665621"/>
            <a:ext cx="62412" cy="62413"/>
          </a:xfrm>
          <a:prstGeom prst="ellipse">
            <a:avLst/>
          </a:prstGeom>
          <a:solidFill>
            <a:srgbClr val="FFD6EB">
              <a:alpha val="9269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4D1DB04C-F14F-968D-5463-C82C16EA2744}"/>
              </a:ext>
            </a:extLst>
          </p:cNvPr>
          <p:cNvSpPr/>
          <p:nvPr/>
        </p:nvSpPr>
        <p:spPr>
          <a:xfrm>
            <a:off x="1835477" y="4173877"/>
            <a:ext cx="18313" cy="18314"/>
          </a:xfrm>
          <a:prstGeom prst="ellipse">
            <a:avLst/>
          </a:prstGeom>
          <a:solidFill>
            <a:srgbClr val="FFD6EB">
              <a:alpha val="7866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56ADAA22-9CA5-334D-97FC-314B7B7F1E5A}"/>
              </a:ext>
            </a:extLst>
          </p:cNvPr>
          <p:cNvSpPr/>
          <p:nvPr/>
        </p:nvSpPr>
        <p:spPr>
          <a:xfrm>
            <a:off x="6616292" y="3545820"/>
            <a:ext cx="19316" cy="19316"/>
          </a:xfrm>
          <a:prstGeom prst="ellipse">
            <a:avLst/>
          </a:prstGeom>
          <a:solidFill>
            <a:srgbClr val="FFECBE">
              <a:alpha val="7523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5575B684-58AF-8630-FCED-3E93AAA3FD01}"/>
              </a:ext>
            </a:extLst>
          </p:cNvPr>
          <p:cNvSpPr/>
          <p:nvPr/>
        </p:nvSpPr>
        <p:spPr>
          <a:xfrm>
            <a:off x="19187554" y="5915791"/>
            <a:ext cx="19382" cy="19381"/>
          </a:xfrm>
          <a:prstGeom prst="ellipse">
            <a:avLst/>
          </a:prstGeom>
          <a:solidFill>
            <a:srgbClr val="BED2FF">
              <a:alpha val="8654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ED5A6B23-EA12-1A50-CC51-A5A66382BFCB}"/>
              </a:ext>
            </a:extLst>
          </p:cNvPr>
          <p:cNvSpPr/>
          <p:nvPr/>
        </p:nvSpPr>
        <p:spPr>
          <a:xfrm>
            <a:off x="7896827" y="6589928"/>
            <a:ext cx="30988" cy="30989"/>
          </a:xfrm>
          <a:prstGeom prst="ellipse">
            <a:avLst/>
          </a:prstGeom>
          <a:solidFill>
            <a:srgbClr val="FFFFFF">
              <a:alpha val="8958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64ADDADB-D359-932B-6035-3B5351B7353B}"/>
              </a:ext>
            </a:extLst>
          </p:cNvPr>
          <p:cNvSpPr/>
          <p:nvPr/>
        </p:nvSpPr>
        <p:spPr>
          <a:xfrm>
            <a:off x="18372803" y="1444594"/>
            <a:ext cx="97011" cy="97012"/>
          </a:xfrm>
          <a:prstGeom prst="ellipse">
            <a:avLst/>
          </a:prstGeom>
          <a:solidFill>
            <a:srgbClr val="FFD6EB">
              <a:alpha val="7770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D699BC1E-588D-0790-57ED-179B19D6E1EB}"/>
              </a:ext>
            </a:extLst>
          </p:cNvPr>
          <p:cNvSpPr/>
          <p:nvPr/>
        </p:nvSpPr>
        <p:spPr>
          <a:xfrm>
            <a:off x="2954127" y="4125763"/>
            <a:ext cx="35170" cy="35170"/>
          </a:xfrm>
          <a:prstGeom prst="ellipse">
            <a:avLst/>
          </a:prstGeom>
          <a:solidFill>
            <a:srgbClr val="FFFFFF">
              <a:alpha val="7133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20E11BB8-3384-216F-E9EF-CA8D8297D17F}"/>
              </a:ext>
            </a:extLst>
          </p:cNvPr>
          <p:cNvSpPr/>
          <p:nvPr/>
        </p:nvSpPr>
        <p:spPr>
          <a:xfrm>
            <a:off x="12157855" y="510517"/>
            <a:ext cx="59545" cy="59546"/>
          </a:xfrm>
          <a:prstGeom prst="ellipse">
            <a:avLst/>
          </a:prstGeom>
          <a:solidFill>
            <a:srgbClr val="FFD6EB">
              <a:alpha val="7448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D7553C85-476A-DE13-6C8F-CD076A7418FB}"/>
              </a:ext>
            </a:extLst>
          </p:cNvPr>
          <p:cNvSpPr/>
          <p:nvPr/>
        </p:nvSpPr>
        <p:spPr>
          <a:xfrm>
            <a:off x="8037681" y="5877615"/>
            <a:ext cx="21989" cy="21989"/>
          </a:xfrm>
          <a:prstGeom prst="ellipse">
            <a:avLst/>
          </a:prstGeom>
          <a:solidFill>
            <a:srgbClr val="FFFFFF">
              <a:alpha val="9859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F043A7D-4DC6-1994-0900-3E4F28C8DAA3}"/>
              </a:ext>
            </a:extLst>
          </p:cNvPr>
          <p:cNvSpPr/>
          <p:nvPr/>
        </p:nvSpPr>
        <p:spPr>
          <a:xfrm>
            <a:off x="7224761" y="8828984"/>
            <a:ext cx="18579" cy="18579"/>
          </a:xfrm>
          <a:prstGeom prst="ellipse">
            <a:avLst/>
          </a:prstGeom>
          <a:solidFill>
            <a:srgbClr val="BED2FF">
              <a:alpha val="9070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3B2B7E1-C7E2-85FD-78F9-1000E8B1F0F6}"/>
              </a:ext>
            </a:extLst>
          </p:cNvPr>
          <p:cNvSpPr/>
          <p:nvPr/>
        </p:nvSpPr>
        <p:spPr>
          <a:xfrm>
            <a:off x="11987582" y="6290218"/>
            <a:ext cx="52029" cy="52029"/>
          </a:xfrm>
          <a:prstGeom prst="ellipse">
            <a:avLst/>
          </a:prstGeom>
          <a:solidFill>
            <a:srgbClr val="FFD6EB">
              <a:alpha val="7771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0071CEB-D097-65DF-E9D0-F4AA37C843D3}"/>
              </a:ext>
            </a:extLst>
          </p:cNvPr>
          <p:cNvSpPr/>
          <p:nvPr/>
        </p:nvSpPr>
        <p:spPr>
          <a:xfrm>
            <a:off x="19808253" y="1294347"/>
            <a:ext cx="39123" cy="39123"/>
          </a:xfrm>
          <a:prstGeom prst="ellipse">
            <a:avLst/>
          </a:prstGeom>
          <a:solidFill>
            <a:srgbClr val="BED2FF">
              <a:alpha val="8577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387F6177-3DE0-4414-12CB-A1F899A4E509}"/>
              </a:ext>
            </a:extLst>
          </p:cNvPr>
          <p:cNvSpPr/>
          <p:nvPr/>
        </p:nvSpPr>
        <p:spPr>
          <a:xfrm>
            <a:off x="19218946" y="4184666"/>
            <a:ext cx="18458" cy="18458"/>
          </a:xfrm>
          <a:prstGeom prst="ellipse">
            <a:avLst/>
          </a:prstGeom>
          <a:solidFill>
            <a:srgbClr val="FFECBE">
              <a:alpha val="8561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2D0EFBBA-DB32-BD4C-9B3A-41CC271AE192}"/>
              </a:ext>
            </a:extLst>
          </p:cNvPr>
          <p:cNvSpPr/>
          <p:nvPr/>
        </p:nvSpPr>
        <p:spPr>
          <a:xfrm>
            <a:off x="18635689" y="9082213"/>
            <a:ext cx="19076" cy="19076"/>
          </a:xfrm>
          <a:prstGeom prst="ellipse">
            <a:avLst/>
          </a:prstGeom>
          <a:solidFill>
            <a:srgbClr val="FFD6EB">
              <a:alpha val="5373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8795316A-A26B-51E6-E425-C1AC693306EB}"/>
              </a:ext>
            </a:extLst>
          </p:cNvPr>
          <p:cNvSpPr/>
          <p:nvPr/>
        </p:nvSpPr>
        <p:spPr>
          <a:xfrm>
            <a:off x="17468600" y="8749212"/>
            <a:ext cx="27600" cy="27600"/>
          </a:xfrm>
          <a:prstGeom prst="ellipse">
            <a:avLst/>
          </a:prstGeom>
          <a:solidFill>
            <a:srgbClr val="FFFFFF">
              <a:alpha val="5536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9F3EC9C6-66B7-F837-C1E5-7D602D52F6DC}"/>
              </a:ext>
            </a:extLst>
          </p:cNvPr>
          <p:cNvSpPr/>
          <p:nvPr/>
        </p:nvSpPr>
        <p:spPr>
          <a:xfrm>
            <a:off x="16734141" y="3084033"/>
            <a:ext cx="20370" cy="20369"/>
          </a:xfrm>
          <a:prstGeom prst="ellipse">
            <a:avLst/>
          </a:prstGeom>
          <a:solidFill>
            <a:srgbClr val="FFFFFF">
              <a:alpha val="5650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064F5E2B-C056-90D2-D430-58B5968259D0}"/>
              </a:ext>
            </a:extLst>
          </p:cNvPr>
          <p:cNvSpPr/>
          <p:nvPr/>
        </p:nvSpPr>
        <p:spPr>
          <a:xfrm>
            <a:off x="802445" y="273886"/>
            <a:ext cx="24568" cy="24569"/>
          </a:xfrm>
          <a:prstGeom prst="ellipse">
            <a:avLst/>
          </a:prstGeom>
          <a:solidFill>
            <a:srgbClr val="FFD6EB">
              <a:alpha val="5579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DF3CB594-9E47-7C6E-3E40-0D457E9BED7F}"/>
              </a:ext>
            </a:extLst>
          </p:cNvPr>
          <p:cNvSpPr/>
          <p:nvPr/>
        </p:nvSpPr>
        <p:spPr>
          <a:xfrm>
            <a:off x="11017819" y="7552072"/>
            <a:ext cx="61559" cy="61559"/>
          </a:xfrm>
          <a:prstGeom prst="ellipse">
            <a:avLst/>
          </a:prstGeom>
          <a:solidFill>
            <a:srgbClr val="BED2FF">
              <a:alpha val="6769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B354BB88-F7B1-CAD8-E2DF-C1E7DF5D102B}"/>
              </a:ext>
            </a:extLst>
          </p:cNvPr>
          <p:cNvSpPr/>
          <p:nvPr/>
        </p:nvSpPr>
        <p:spPr>
          <a:xfrm>
            <a:off x="8582443" y="4741511"/>
            <a:ext cx="18036" cy="18036"/>
          </a:xfrm>
          <a:prstGeom prst="ellipse">
            <a:avLst/>
          </a:prstGeom>
          <a:solidFill>
            <a:srgbClr val="FFECBE">
              <a:alpha val="6944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210999DC-3D20-286B-0A88-4C0776C7D538}"/>
              </a:ext>
            </a:extLst>
          </p:cNvPr>
          <p:cNvSpPr/>
          <p:nvPr/>
        </p:nvSpPr>
        <p:spPr>
          <a:xfrm>
            <a:off x="19936030" y="4354312"/>
            <a:ext cx="73626" cy="73626"/>
          </a:xfrm>
          <a:prstGeom prst="ellipse">
            <a:avLst/>
          </a:prstGeom>
          <a:solidFill>
            <a:srgbClr val="FFD6EB">
              <a:alpha val="9219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8FF158B3-B7FA-2F4C-7AB1-59615230F02D}"/>
              </a:ext>
            </a:extLst>
          </p:cNvPr>
          <p:cNvSpPr/>
          <p:nvPr/>
        </p:nvSpPr>
        <p:spPr>
          <a:xfrm>
            <a:off x="10579165" y="6571654"/>
            <a:ext cx="25021" cy="25021"/>
          </a:xfrm>
          <a:prstGeom prst="ellipse">
            <a:avLst/>
          </a:prstGeom>
          <a:solidFill>
            <a:srgbClr val="BED2FF">
              <a:alpha val="8158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A37B381B-0C6A-FBEA-2199-6ED0EF7299EF}"/>
              </a:ext>
            </a:extLst>
          </p:cNvPr>
          <p:cNvSpPr/>
          <p:nvPr/>
        </p:nvSpPr>
        <p:spPr>
          <a:xfrm>
            <a:off x="15893244" y="1520854"/>
            <a:ext cx="45605" cy="45605"/>
          </a:xfrm>
          <a:prstGeom prst="ellipse">
            <a:avLst/>
          </a:prstGeom>
          <a:solidFill>
            <a:srgbClr val="FFD6EB">
              <a:alpha val="6687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AB530BE3-D7D6-E48E-1041-02181EB1F52D}"/>
              </a:ext>
            </a:extLst>
          </p:cNvPr>
          <p:cNvSpPr/>
          <p:nvPr/>
        </p:nvSpPr>
        <p:spPr>
          <a:xfrm>
            <a:off x="12472236" y="10116949"/>
            <a:ext cx="26702" cy="26702"/>
          </a:xfrm>
          <a:prstGeom prst="ellipse">
            <a:avLst/>
          </a:prstGeom>
          <a:solidFill>
            <a:srgbClr val="FFD6EB">
              <a:alpha val="8767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664C8E5E-4148-A856-7E77-70C94CB3D7DB}"/>
              </a:ext>
            </a:extLst>
          </p:cNvPr>
          <p:cNvSpPr/>
          <p:nvPr/>
        </p:nvSpPr>
        <p:spPr>
          <a:xfrm>
            <a:off x="18206906" y="470976"/>
            <a:ext cx="22998" cy="22999"/>
          </a:xfrm>
          <a:prstGeom prst="ellipse">
            <a:avLst/>
          </a:prstGeom>
          <a:solidFill>
            <a:srgbClr val="BED2FF">
              <a:alpha val="6144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D6AD4DE9-DBE6-9660-DBA4-D666C49C82E3}"/>
              </a:ext>
            </a:extLst>
          </p:cNvPr>
          <p:cNvSpPr/>
          <p:nvPr/>
        </p:nvSpPr>
        <p:spPr>
          <a:xfrm>
            <a:off x="3128388" y="328247"/>
            <a:ext cx="40989" cy="40988"/>
          </a:xfrm>
          <a:prstGeom prst="ellipse">
            <a:avLst/>
          </a:prstGeom>
          <a:solidFill>
            <a:srgbClr val="FFFFFF">
              <a:alpha val="7382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BA240BB8-B84B-3AFD-EBE9-E858AFF6091C}"/>
              </a:ext>
            </a:extLst>
          </p:cNvPr>
          <p:cNvSpPr/>
          <p:nvPr/>
        </p:nvSpPr>
        <p:spPr>
          <a:xfrm>
            <a:off x="6943775" y="8128390"/>
            <a:ext cx="87028" cy="87027"/>
          </a:xfrm>
          <a:prstGeom prst="ellipse">
            <a:avLst/>
          </a:prstGeom>
          <a:solidFill>
            <a:srgbClr val="FFECBE">
              <a:alpha val="5206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9B4A54E5-273B-E684-33AC-21C32402842C}"/>
              </a:ext>
            </a:extLst>
          </p:cNvPr>
          <p:cNvSpPr/>
          <p:nvPr/>
        </p:nvSpPr>
        <p:spPr>
          <a:xfrm>
            <a:off x="6904337" y="4558537"/>
            <a:ext cx="21708" cy="21709"/>
          </a:xfrm>
          <a:prstGeom prst="ellipse">
            <a:avLst/>
          </a:prstGeom>
          <a:solidFill>
            <a:srgbClr val="FFFFFF">
              <a:alpha val="8126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77E54D9A-9A9C-AFC0-88D6-EC77FCC35E0C}"/>
              </a:ext>
            </a:extLst>
          </p:cNvPr>
          <p:cNvSpPr/>
          <p:nvPr/>
        </p:nvSpPr>
        <p:spPr>
          <a:xfrm>
            <a:off x="8399562" y="6851740"/>
            <a:ext cx="46574" cy="46574"/>
          </a:xfrm>
          <a:prstGeom prst="ellipse">
            <a:avLst/>
          </a:prstGeom>
          <a:solidFill>
            <a:srgbClr val="FFECBE">
              <a:alpha val="9301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0FE363A5-B4E4-D15E-6E34-39E3189F677F}"/>
              </a:ext>
            </a:extLst>
          </p:cNvPr>
          <p:cNvSpPr/>
          <p:nvPr/>
        </p:nvSpPr>
        <p:spPr>
          <a:xfrm>
            <a:off x="6894004" y="406927"/>
            <a:ext cx="83146" cy="83146"/>
          </a:xfrm>
          <a:prstGeom prst="ellipse">
            <a:avLst/>
          </a:prstGeom>
          <a:solidFill>
            <a:srgbClr val="FFD6EB">
              <a:alpha val="9688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2B924EC6-E421-5C26-C1D6-047D11278D04}"/>
              </a:ext>
            </a:extLst>
          </p:cNvPr>
          <p:cNvSpPr/>
          <p:nvPr/>
        </p:nvSpPr>
        <p:spPr>
          <a:xfrm>
            <a:off x="10239156" y="508306"/>
            <a:ext cx="19245" cy="19244"/>
          </a:xfrm>
          <a:prstGeom prst="ellipse">
            <a:avLst/>
          </a:prstGeom>
          <a:solidFill>
            <a:srgbClr val="FFFFFF">
              <a:alpha val="6204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915A69E3-62C3-5060-4B8D-CE6F3515A972}"/>
              </a:ext>
            </a:extLst>
          </p:cNvPr>
          <p:cNvSpPr/>
          <p:nvPr/>
        </p:nvSpPr>
        <p:spPr>
          <a:xfrm>
            <a:off x="18401083" y="939834"/>
            <a:ext cx="22513" cy="22513"/>
          </a:xfrm>
          <a:prstGeom prst="ellipse">
            <a:avLst/>
          </a:prstGeom>
          <a:solidFill>
            <a:srgbClr val="FFFFFF">
              <a:alpha val="9955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52FD5C37-743C-A9D4-0CF0-BBBE827DF8A6}"/>
              </a:ext>
            </a:extLst>
          </p:cNvPr>
          <p:cNvSpPr/>
          <p:nvPr/>
        </p:nvSpPr>
        <p:spPr>
          <a:xfrm>
            <a:off x="9390583" y="186054"/>
            <a:ext cx="20863" cy="20863"/>
          </a:xfrm>
          <a:prstGeom prst="ellipse">
            <a:avLst/>
          </a:prstGeom>
          <a:solidFill>
            <a:srgbClr val="FFFFFF">
              <a:alpha val="9792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DDD61F53-2351-B855-E3DB-C3CC5B1C8B52}"/>
              </a:ext>
            </a:extLst>
          </p:cNvPr>
          <p:cNvSpPr/>
          <p:nvPr/>
        </p:nvSpPr>
        <p:spPr>
          <a:xfrm>
            <a:off x="20797052" y="2062559"/>
            <a:ext cx="19597" cy="19597"/>
          </a:xfrm>
          <a:prstGeom prst="ellipse">
            <a:avLst/>
          </a:prstGeom>
          <a:solidFill>
            <a:srgbClr val="FFD6EB">
              <a:alpha val="8304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F73E9FBB-1BFE-4AB2-4BBC-A01BB517BBDD}"/>
              </a:ext>
            </a:extLst>
          </p:cNvPr>
          <p:cNvSpPr/>
          <p:nvPr/>
        </p:nvSpPr>
        <p:spPr>
          <a:xfrm>
            <a:off x="2312187" y="6380268"/>
            <a:ext cx="25690" cy="25690"/>
          </a:xfrm>
          <a:prstGeom prst="ellipse">
            <a:avLst/>
          </a:prstGeom>
          <a:solidFill>
            <a:srgbClr val="FFECBE">
              <a:alpha val="5737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E8EC77B4-F300-FA35-479F-16EB42552255}"/>
              </a:ext>
            </a:extLst>
          </p:cNvPr>
          <p:cNvSpPr/>
          <p:nvPr/>
        </p:nvSpPr>
        <p:spPr>
          <a:xfrm>
            <a:off x="3897512" y="3764568"/>
            <a:ext cx="79425" cy="79425"/>
          </a:xfrm>
          <a:prstGeom prst="ellipse">
            <a:avLst/>
          </a:prstGeom>
          <a:solidFill>
            <a:srgbClr val="FFECBE">
              <a:alpha val="7766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22602929-743B-B2E7-A2C8-3DFADB2A3009}"/>
              </a:ext>
            </a:extLst>
          </p:cNvPr>
          <p:cNvSpPr/>
          <p:nvPr/>
        </p:nvSpPr>
        <p:spPr>
          <a:xfrm>
            <a:off x="1655106" y="946815"/>
            <a:ext cx="50799" cy="50799"/>
          </a:xfrm>
          <a:prstGeom prst="ellipse">
            <a:avLst/>
          </a:prstGeom>
          <a:solidFill>
            <a:srgbClr val="FFFFFF">
              <a:alpha val="9778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楕円 54">
            <a:extLst>
              <a:ext uri="{FF2B5EF4-FFF2-40B4-BE49-F238E27FC236}">
                <a16:creationId xmlns:a16="http://schemas.microsoft.com/office/drawing/2014/main" id="{F80F8F14-6D47-A64E-123C-DEDAE661FD14}"/>
              </a:ext>
            </a:extLst>
          </p:cNvPr>
          <p:cNvSpPr/>
          <p:nvPr/>
        </p:nvSpPr>
        <p:spPr>
          <a:xfrm>
            <a:off x="5306008" y="5795649"/>
            <a:ext cx="51582" cy="51582"/>
          </a:xfrm>
          <a:prstGeom prst="ellipse">
            <a:avLst/>
          </a:prstGeom>
          <a:solidFill>
            <a:srgbClr val="BED2FF">
              <a:alpha val="9511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0AFB8C50-1675-302A-0654-8153B9C2A9AD}"/>
              </a:ext>
            </a:extLst>
          </p:cNvPr>
          <p:cNvSpPr/>
          <p:nvPr/>
        </p:nvSpPr>
        <p:spPr>
          <a:xfrm>
            <a:off x="4158842" y="1202876"/>
            <a:ext cx="18341" cy="18341"/>
          </a:xfrm>
          <a:prstGeom prst="ellipse">
            <a:avLst/>
          </a:prstGeom>
          <a:solidFill>
            <a:srgbClr val="FFFFFF">
              <a:alpha val="5324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40E93939-5388-722A-7E68-05BACB04929B}"/>
              </a:ext>
            </a:extLst>
          </p:cNvPr>
          <p:cNvSpPr/>
          <p:nvPr/>
        </p:nvSpPr>
        <p:spPr>
          <a:xfrm>
            <a:off x="7669231" y="3732818"/>
            <a:ext cx="30935" cy="30935"/>
          </a:xfrm>
          <a:prstGeom prst="ellipse">
            <a:avLst/>
          </a:prstGeom>
          <a:solidFill>
            <a:srgbClr val="FFECBE">
              <a:alpha val="9166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CB3011BA-88E9-949A-29EF-6E20FA06CAE7}"/>
              </a:ext>
            </a:extLst>
          </p:cNvPr>
          <p:cNvSpPr/>
          <p:nvPr/>
        </p:nvSpPr>
        <p:spPr>
          <a:xfrm>
            <a:off x="1669355" y="9288456"/>
            <a:ext cx="18006" cy="18005"/>
          </a:xfrm>
          <a:prstGeom prst="ellipse">
            <a:avLst/>
          </a:prstGeom>
          <a:solidFill>
            <a:srgbClr val="BED2FF">
              <a:alpha val="5232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9AD9BBBA-3C42-2090-DF15-8878A22CDFCD}"/>
              </a:ext>
            </a:extLst>
          </p:cNvPr>
          <p:cNvSpPr/>
          <p:nvPr/>
        </p:nvSpPr>
        <p:spPr>
          <a:xfrm>
            <a:off x="18165107" y="7049090"/>
            <a:ext cx="51434" cy="51433"/>
          </a:xfrm>
          <a:prstGeom prst="ellipse">
            <a:avLst/>
          </a:prstGeom>
          <a:solidFill>
            <a:srgbClr val="FFECBE">
              <a:alpha val="7125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683639B1-DAB6-49E3-FF93-A9BC4C221D48}"/>
              </a:ext>
            </a:extLst>
          </p:cNvPr>
          <p:cNvSpPr/>
          <p:nvPr/>
        </p:nvSpPr>
        <p:spPr>
          <a:xfrm>
            <a:off x="9650683" y="1824547"/>
            <a:ext cx="80124" cy="80123"/>
          </a:xfrm>
          <a:prstGeom prst="ellipse">
            <a:avLst/>
          </a:prstGeom>
          <a:solidFill>
            <a:srgbClr val="BED2FF">
              <a:alpha val="5348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楕円 60">
            <a:extLst>
              <a:ext uri="{FF2B5EF4-FFF2-40B4-BE49-F238E27FC236}">
                <a16:creationId xmlns:a16="http://schemas.microsoft.com/office/drawing/2014/main" id="{88E13F94-55D5-12A4-BAD7-620ADDF41C56}"/>
              </a:ext>
            </a:extLst>
          </p:cNvPr>
          <p:cNvSpPr/>
          <p:nvPr/>
        </p:nvSpPr>
        <p:spPr>
          <a:xfrm>
            <a:off x="6593254" y="2958644"/>
            <a:ext cx="19656" cy="19656"/>
          </a:xfrm>
          <a:prstGeom prst="ellipse">
            <a:avLst/>
          </a:prstGeom>
          <a:solidFill>
            <a:srgbClr val="FFFFFF">
              <a:alpha val="6038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88323F5E-50F1-344C-AE87-20C77DE8A6C2}"/>
              </a:ext>
            </a:extLst>
          </p:cNvPr>
          <p:cNvSpPr/>
          <p:nvPr/>
        </p:nvSpPr>
        <p:spPr>
          <a:xfrm>
            <a:off x="8357460" y="5267561"/>
            <a:ext cx="33647" cy="33648"/>
          </a:xfrm>
          <a:prstGeom prst="ellipse">
            <a:avLst/>
          </a:prstGeom>
          <a:solidFill>
            <a:srgbClr val="FFD6EB">
              <a:alpha val="9278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B2D7917A-C4A1-89EC-4238-26F6E2B8315D}"/>
              </a:ext>
            </a:extLst>
          </p:cNvPr>
          <p:cNvSpPr/>
          <p:nvPr/>
        </p:nvSpPr>
        <p:spPr>
          <a:xfrm>
            <a:off x="20334165" y="5024984"/>
            <a:ext cx="25158" cy="25159"/>
          </a:xfrm>
          <a:prstGeom prst="ellipse">
            <a:avLst/>
          </a:prstGeom>
          <a:solidFill>
            <a:srgbClr val="BED2FF">
              <a:alpha val="7533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A1BFC139-DD97-3191-CA17-057B010C7ECF}"/>
              </a:ext>
            </a:extLst>
          </p:cNvPr>
          <p:cNvSpPr/>
          <p:nvPr/>
        </p:nvSpPr>
        <p:spPr>
          <a:xfrm>
            <a:off x="16690125" y="10126048"/>
            <a:ext cx="33225" cy="33225"/>
          </a:xfrm>
          <a:prstGeom prst="ellipse">
            <a:avLst/>
          </a:prstGeom>
          <a:solidFill>
            <a:srgbClr val="FFFFFF">
              <a:alpha val="8158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楕円 64">
            <a:extLst>
              <a:ext uri="{FF2B5EF4-FFF2-40B4-BE49-F238E27FC236}">
                <a16:creationId xmlns:a16="http://schemas.microsoft.com/office/drawing/2014/main" id="{1105CC22-61FE-38E9-92D5-81EE38B6C9A3}"/>
              </a:ext>
            </a:extLst>
          </p:cNvPr>
          <p:cNvSpPr/>
          <p:nvPr/>
        </p:nvSpPr>
        <p:spPr>
          <a:xfrm>
            <a:off x="4689616" y="777895"/>
            <a:ext cx="18533" cy="18532"/>
          </a:xfrm>
          <a:prstGeom prst="ellipse">
            <a:avLst/>
          </a:prstGeom>
          <a:solidFill>
            <a:srgbClr val="FFFFFF">
              <a:alpha val="9031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06B75262-B446-B260-8ED0-0D616DA74A09}"/>
              </a:ext>
            </a:extLst>
          </p:cNvPr>
          <p:cNvSpPr/>
          <p:nvPr/>
        </p:nvSpPr>
        <p:spPr>
          <a:xfrm>
            <a:off x="12078232" y="9472210"/>
            <a:ext cx="22773" cy="22773"/>
          </a:xfrm>
          <a:prstGeom prst="ellipse">
            <a:avLst/>
          </a:prstGeom>
          <a:solidFill>
            <a:srgbClr val="FFFFFF">
              <a:alpha val="6777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楕円 66">
            <a:extLst>
              <a:ext uri="{FF2B5EF4-FFF2-40B4-BE49-F238E27FC236}">
                <a16:creationId xmlns:a16="http://schemas.microsoft.com/office/drawing/2014/main" id="{DB3E2208-6964-5909-7EE4-21AD1C648578}"/>
              </a:ext>
            </a:extLst>
          </p:cNvPr>
          <p:cNvSpPr/>
          <p:nvPr/>
        </p:nvSpPr>
        <p:spPr>
          <a:xfrm>
            <a:off x="20725292" y="2099942"/>
            <a:ext cx="25017" cy="25017"/>
          </a:xfrm>
          <a:prstGeom prst="ellipse">
            <a:avLst/>
          </a:prstGeom>
          <a:solidFill>
            <a:srgbClr val="FFFFFF">
              <a:alpha val="6868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FE1B31D5-8D88-EB2D-43FB-9CC59CD30DD3}"/>
              </a:ext>
            </a:extLst>
          </p:cNvPr>
          <p:cNvSpPr/>
          <p:nvPr/>
        </p:nvSpPr>
        <p:spPr>
          <a:xfrm>
            <a:off x="580147" y="1509360"/>
            <a:ext cx="23660" cy="23659"/>
          </a:xfrm>
          <a:prstGeom prst="ellipse">
            <a:avLst/>
          </a:prstGeom>
          <a:solidFill>
            <a:srgbClr val="BED2FF">
              <a:alpha val="6124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F3FD0DA0-6521-AA8E-3878-90F82202AED8}"/>
              </a:ext>
            </a:extLst>
          </p:cNvPr>
          <p:cNvSpPr/>
          <p:nvPr/>
        </p:nvSpPr>
        <p:spPr>
          <a:xfrm>
            <a:off x="11583368" y="3006181"/>
            <a:ext cx="19700" cy="19700"/>
          </a:xfrm>
          <a:prstGeom prst="ellipse">
            <a:avLst/>
          </a:prstGeom>
          <a:solidFill>
            <a:srgbClr val="FFECBE">
              <a:alpha val="999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410DBDC8-E293-1125-8A1F-F197D0C2BAE3}"/>
              </a:ext>
            </a:extLst>
          </p:cNvPr>
          <p:cNvSpPr/>
          <p:nvPr/>
        </p:nvSpPr>
        <p:spPr>
          <a:xfrm>
            <a:off x="7160451" y="2639397"/>
            <a:ext cx="18832" cy="18832"/>
          </a:xfrm>
          <a:prstGeom prst="ellipse">
            <a:avLst/>
          </a:prstGeom>
          <a:solidFill>
            <a:srgbClr val="FFD6EB">
              <a:alpha val="6031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66F1F41D-D051-5D80-CA72-F83B11218B72}"/>
              </a:ext>
            </a:extLst>
          </p:cNvPr>
          <p:cNvSpPr/>
          <p:nvPr/>
        </p:nvSpPr>
        <p:spPr>
          <a:xfrm>
            <a:off x="11304794" y="7351819"/>
            <a:ext cx="46426" cy="46426"/>
          </a:xfrm>
          <a:prstGeom prst="ellipse">
            <a:avLst/>
          </a:prstGeom>
          <a:solidFill>
            <a:srgbClr val="FFECBE">
              <a:alpha val="6447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楕円 71">
            <a:extLst>
              <a:ext uri="{FF2B5EF4-FFF2-40B4-BE49-F238E27FC236}">
                <a16:creationId xmlns:a16="http://schemas.microsoft.com/office/drawing/2014/main" id="{A12494AE-B1CB-6D5C-BE3D-045EE3C81C3B}"/>
              </a:ext>
            </a:extLst>
          </p:cNvPr>
          <p:cNvSpPr/>
          <p:nvPr/>
        </p:nvSpPr>
        <p:spPr>
          <a:xfrm>
            <a:off x="4247402" y="1574694"/>
            <a:ext cx="18348" cy="18349"/>
          </a:xfrm>
          <a:prstGeom prst="ellipse">
            <a:avLst/>
          </a:prstGeom>
          <a:solidFill>
            <a:srgbClr val="FFD6EB">
              <a:alpha val="8865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5D479471-F2F4-19E5-DB02-B11343FCAFF2}"/>
              </a:ext>
            </a:extLst>
          </p:cNvPr>
          <p:cNvSpPr/>
          <p:nvPr/>
        </p:nvSpPr>
        <p:spPr>
          <a:xfrm>
            <a:off x="11073483" y="1714091"/>
            <a:ext cx="26559" cy="26559"/>
          </a:xfrm>
          <a:prstGeom prst="ellipse">
            <a:avLst/>
          </a:prstGeom>
          <a:solidFill>
            <a:srgbClr val="FFFFFF">
              <a:alpha val="9127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82F0250E-2EA6-727B-7F85-6B2290C9B849}"/>
              </a:ext>
            </a:extLst>
          </p:cNvPr>
          <p:cNvSpPr/>
          <p:nvPr/>
        </p:nvSpPr>
        <p:spPr>
          <a:xfrm>
            <a:off x="14993928" y="1008250"/>
            <a:ext cx="21952" cy="21953"/>
          </a:xfrm>
          <a:prstGeom prst="ellipse">
            <a:avLst/>
          </a:prstGeom>
          <a:solidFill>
            <a:srgbClr val="FFD6EB">
              <a:alpha val="7672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16E13842-2423-F9F7-B024-9AC749F85721}"/>
              </a:ext>
            </a:extLst>
          </p:cNvPr>
          <p:cNvSpPr/>
          <p:nvPr/>
        </p:nvSpPr>
        <p:spPr>
          <a:xfrm>
            <a:off x="12602253" y="5708055"/>
            <a:ext cx="82820" cy="82821"/>
          </a:xfrm>
          <a:prstGeom prst="ellipse">
            <a:avLst/>
          </a:prstGeom>
          <a:solidFill>
            <a:srgbClr val="FFECBE">
              <a:alpha val="5869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028B94F9-1B0E-A0E5-9D07-5BF6BAC91D1E}"/>
              </a:ext>
            </a:extLst>
          </p:cNvPr>
          <p:cNvSpPr/>
          <p:nvPr/>
        </p:nvSpPr>
        <p:spPr>
          <a:xfrm>
            <a:off x="18869662" y="9738427"/>
            <a:ext cx="51856" cy="51855"/>
          </a:xfrm>
          <a:prstGeom prst="ellipse">
            <a:avLst/>
          </a:prstGeom>
          <a:solidFill>
            <a:srgbClr val="FFFFFF">
              <a:alpha val="5708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楕円 76">
            <a:extLst>
              <a:ext uri="{FF2B5EF4-FFF2-40B4-BE49-F238E27FC236}">
                <a16:creationId xmlns:a16="http://schemas.microsoft.com/office/drawing/2014/main" id="{58A16CE5-1247-1B16-6DEF-F3D8B7945CFA}"/>
              </a:ext>
            </a:extLst>
          </p:cNvPr>
          <p:cNvSpPr/>
          <p:nvPr/>
        </p:nvSpPr>
        <p:spPr>
          <a:xfrm>
            <a:off x="5625432" y="7403991"/>
            <a:ext cx="27824" cy="27823"/>
          </a:xfrm>
          <a:prstGeom prst="ellipse">
            <a:avLst/>
          </a:prstGeom>
          <a:solidFill>
            <a:srgbClr val="FFECBE">
              <a:alpha val="9426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楕円 77">
            <a:extLst>
              <a:ext uri="{FF2B5EF4-FFF2-40B4-BE49-F238E27FC236}">
                <a16:creationId xmlns:a16="http://schemas.microsoft.com/office/drawing/2014/main" id="{DEA109CF-EDFA-71AC-26C3-57F55E216CCD}"/>
              </a:ext>
            </a:extLst>
          </p:cNvPr>
          <p:cNvSpPr/>
          <p:nvPr/>
        </p:nvSpPr>
        <p:spPr>
          <a:xfrm>
            <a:off x="5587190" y="5868625"/>
            <a:ext cx="18001" cy="18002"/>
          </a:xfrm>
          <a:prstGeom prst="ellipse">
            <a:avLst/>
          </a:prstGeom>
          <a:solidFill>
            <a:srgbClr val="FFECBE">
              <a:alpha val="7863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楕円 78">
            <a:extLst>
              <a:ext uri="{FF2B5EF4-FFF2-40B4-BE49-F238E27FC236}">
                <a16:creationId xmlns:a16="http://schemas.microsoft.com/office/drawing/2014/main" id="{F3F8096F-94AA-2B74-CBB9-309781C5BBF7}"/>
              </a:ext>
            </a:extLst>
          </p:cNvPr>
          <p:cNvSpPr/>
          <p:nvPr/>
        </p:nvSpPr>
        <p:spPr>
          <a:xfrm>
            <a:off x="17760719" y="492004"/>
            <a:ext cx="26282" cy="26282"/>
          </a:xfrm>
          <a:prstGeom prst="ellipse">
            <a:avLst/>
          </a:prstGeom>
          <a:solidFill>
            <a:srgbClr val="FFECBE">
              <a:alpha val="8716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楕円 79">
            <a:extLst>
              <a:ext uri="{FF2B5EF4-FFF2-40B4-BE49-F238E27FC236}">
                <a16:creationId xmlns:a16="http://schemas.microsoft.com/office/drawing/2014/main" id="{D37A4C74-45CD-152F-5A59-0891E1F18776}"/>
              </a:ext>
            </a:extLst>
          </p:cNvPr>
          <p:cNvSpPr/>
          <p:nvPr/>
        </p:nvSpPr>
        <p:spPr>
          <a:xfrm>
            <a:off x="7067122" y="10160191"/>
            <a:ext cx="18053" cy="18053"/>
          </a:xfrm>
          <a:prstGeom prst="ellipse">
            <a:avLst/>
          </a:prstGeom>
          <a:solidFill>
            <a:srgbClr val="FFFFFF">
              <a:alpha val="8498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楕円 80">
            <a:extLst>
              <a:ext uri="{FF2B5EF4-FFF2-40B4-BE49-F238E27FC236}">
                <a16:creationId xmlns:a16="http://schemas.microsoft.com/office/drawing/2014/main" id="{A1000FF9-FF14-7684-A476-2A100A5D1928}"/>
              </a:ext>
            </a:extLst>
          </p:cNvPr>
          <p:cNvSpPr/>
          <p:nvPr/>
        </p:nvSpPr>
        <p:spPr>
          <a:xfrm>
            <a:off x="4249503" y="-9828"/>
            <a:ext cx="20265" cy="20265"/>
          </a:xfrm>
          <a:prstGeom prst="ellipse">
            <a:avLst/>
          </a:prstGeom>
          <a:solidFill>
            <a:srgbClr val="FFECBE">
              <a:alpha val="8987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楕円 81">
            <a:extLst>
              <a:ext uri="{FF2B5EF4-FFF2-40B4-BE49-F238E27FC236}">
                <a16:creationId xmlns:a16="http://schemas.microsoft.com/office/drawing/2014/main" id="{1069AAA2-E7F7-CAA4-085E-BA8746A8BBC7}"/>
              </a:ext>
            </a:extLst>
          </p:cNvPr>
          <p:cNvSpPr/>
          <p:nvPr/>
        </p:nvSpPr>
        <p:spPr>
          <a:xfrm>
            <a:off x="20398000" y="8338156"/>
            <a:ext cx="19334" cy="19334"/>
          </a:xfrm>
          <a:prstGeom prst="ellipse">
            <a:avLst/>
          </a:prstGeom>
          <a:solidFill>
            <a:srgbClr val="BED2FF">
              <a:alpha val="5865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楕円 82">
            <a:extLst>
              <a:ext uri="{FF2B5EF4-FFF2-40B4-BE49-F238E27FC236}">
                <a16:creationId xmlns:a16="http://schemas.microsoft.com/office/drawing/2014/main" id="{E1A85224-BFAE-EAA5-3DCE-75D5308EE8B6}"/>
              </a:ext>
            </a:extLst>
          </p:cNvPr>
          <p:cNvSpPr/>
          <p:nvPr/>
        </p:nvSpPr>
        <p:spPr>
          <a:xfrm>
            <a:off x="6500542" y="4670871"/>
            <a:ext cx="18004" cy="18003"/>
          </a:xfrm>
          <a:prstGeom prst="ellipse">
            <a:avLst/>
          </a:prstGeom>
          <a:solidFill>
            <a:srgbClr val="FFFFFF">
              <a:alpha val="5184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楕円 83">
            <a:extLst>
              <a:ext uri="{FF2B5EF4-FFF2-40B4-BE49-F238E27FC236}">
                <a16:creationId xmlns:a16="http://schemas.microsoft.com/office/drawing/2014/main" id="{4FECC78C-2FC2-6206-255B-1BFC569E9C04}"/>
              </a:ext>
            </a:extLst>
          </p:cNvPr>
          <p:cNvSpPr/>
          <p:nvPr/>
        </p:nvSpPr>
        <p:spPr>
          <a:xfrm>
            <a:off x="17246738" y="8239438"/>
            <a:ext cx="18205" cy="18205"/>
          </a:xfrm>
          <a:prstGeom prst="ellipse">
            <a:avLst/>
          </a:prstGeom>
          <a:solidFill>
            <a:srgbClr val="FFFFFF">
              <a:alpha val="5436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楕円 84">
            <a:extLst>
              <a:ext uri="{FF2B5EF4-FFF2-40B4-BE49-F238E27FC236}">
                <a16:creationId xmlns:a16="http://schemas.microsoft.com/office/drawing/2014/main" id="{63AFF089-141B-3EA2-360F-B6D87AFC5233}"/>
              </a:ext>
            </a:extLst>
          </p:cNvPr>
          <p:cNvSpPr/>
          <p:nvPr/>
        </p:nvSpPr>
        <p:spPr>
          <a:xfrm>
            <a:off x="2430292" y="855833"/>
            <a:ext cx="84261" cy="84261"/>
          </a:xfrm>
          <a:prstGeom prst="ellipse">
            <a:avLst/>
          </a:prstGeom>
          <a:solidFill>
            <a:srgbClr val="FFECBE">
              <a:alpha val="6828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楕円 85">
            <a:extLst>
              <a:ext uri="{FF2B5EF4-FFF2-40B4-BE49-F238E27FC236}">
                <a16:creationId xmlns:a16="http://schemas.microsoft.com/office/drawing/2014/main" id="{22E44E65-0B2E-DE2B-EC86-7936796C6578}"/>
              </a:ext>
            </a:extLst>
          </p:cNvPr>
          <p:cNvSpPr/>
          <p:nvPr/>
        </p:nvSpPr>
        <p:spPr>
          <a:xfrm>
            <a:off x="11004175" y="1313994"/>
            <a:ext cx="36238" cy="36238"/>
          </a:xfrm>
          <a:prstGeom prst="ellipse">
            <a:avLst/>
          </a:prstGeom>
          <a:solidFill>
            <a:srgbClr val="FFFFFF">
              <a:alpha val="7523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楕円 86">
            <a:extLst>
              <a:ext uri="{FF2B5EF4-FFF2-40B4-BE49-F238E27FC236}">
                <a16:creationId xmlns:a16="http://schemas.microsoft.com/office/drawing/2014/main" id="{4832C4F1-1014-EF41-AA08-092F1EE8BA26}"/>
              </a:ext>
            </a:extLst>
          </p:cNvPr>
          <p:cNvSpPr/>
          <p:nvPr/>
        </p:nvSpPr>
        <p:spPr>
          <a:xfrm>
            <a:off x="20475000" y="9051888"/>
            <a:ext cx="29548" cy="29548"/>
          </a:xfrm>
          <a:prstGeom prst="ellipse">
            <a:avLst/>
          </a:prstGeom>
          <a:solidFill>
            <a:srgbClr val="FFD6EB">
              <a:alpha val="6704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楕円 87">
            <a:extLst>
              <a:ext uri="{FF2B5EF4-FFF2-40B4-BE49-F238E27FC236}">
                <a16:creationId xmlns:a16="http://schemas.microsoft.com/office/drawing/2014/main" id="{08140E06-95FE-57EF-EC4E-C9D27A955BDB}"/>
              </a:ext>
            </a:extLst>
          </p:cNvPr>
          <p:cNvSpPr/>
          <p:nvPr/>
        </p:nvSpPr>
        <p:spPr>
          <a:xfrm>
            <a:off x="5626979" y="4503336"/>
            <a:ext cx="18000" cy="18000"/>
          </a:xfrm>
          <a:prstGeom prst="ellipse">
            <a:avLst/>
          </a:prstGeom>
          <a:solidFill>
            <a:srgbClr val="FFFFFF">
              <a:alpha val="9197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楕円 88">
            <a:extLst>
              <a:ext uri="{FF2B5EF4-FFF2-40B4-BE49-F238E27FC236}">
                <a16:creationId xmlns:a16="http://schemas.microsoft.com/office/drawing/2014/main" id="{105EDDE5-BA8F-C3EA-EB59-911187370FCB}"/>
              </a:ext>
            </a:extLst>
          </p:cNvPr>
          <p:cNvSpPr/>
          <p:nvPr/>
        </p:nvSpPr>
        <p:spPr>
          <a:xfrm>
            <a:off x="10176512" y="3599515"/>
            <a:ext cx="30258" cy="30258"/>
          </a:xfrm>
          <a:prstGeom prst="ellipse">
            <a:avLst/>
          </a:prstGeom>
          <a:solidFill>
            <a:srgbClr val="BED2FF">
              <a:alpha val="9386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楕円 89">
            <a:extLst>
              <a:ext uri="{FF2B5EF4-FFF2-40B4-BE49-F238E27FC236}">
                <a16:creationId xmlns:a16="http://schemas.microsoft.com/office/drawing/2014/main" id="{992DD9CA-28FA-8CC8-BA44-BDD4D103FF3B}"/>
              </a:ext>
            </a:extLst>
          </p:cNvPr>
          <p:cNvSpPr/>
          <p:nvPr/>
        </p:nvSpPr>
        <p:spPr>
          <a:xfrm>
            <a:off x="7397683" y="357160"/>
            <a:ext cx="22619" cy="22619"/>
          </a:xfrm>
          <a:prstGeom prst="ellipse">
            <a:avLst/>
          </a:prstGeom>
          <a:solidFill>
            <a:srgbClr val="FFECBE">
              <a:alpha val="7751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楕円 90">
            <a:extLst>
              <a:ext uri="{FF2B5EF4-FFF2-40B4-BE49-F238E27FC236}">
                <a16:creationId xmlns:a16="http://schemas.microsoft.com/office/drawing/2014/main" id="{1EC71BF0-04C0-A2C7-A247-7F5F7C99A9C6}"/>
              </a:ext>
            </a:extLst>
          </p:cNvPr>
          <p:cNvSpPr/>
          <p:nvPr/>
        </p:nvSpPr>
        <p:spPr>
          <a:xfrm>
            <a:off x="11829157" y="8955797"/>
            <a:ext cx="18000" cy="18000"/>
          </a:xfrm>
          <a:prstGeom prst="ellipse">
            <a:avLst/>
          </a:prstGeom>
          <a:solidFill>
            <a:srgbClr val="FFECBE">
              <a:alpha val="9076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楕円 91">
            <a:extLst>
              <a:ext uri="{FF2B5EF4-FFF2-40B4-BE49-F238E27FC236}">
                <a16:creationId xmlns:a16="http://schemas.microsoft.com/office/drawing/2014/main" id="{BD1479B0-6B8E-832C-E414-A7FC654CA07B}"/>
              </a:ext>
            </a:extLst>
          </p:cNvPr>
          <p:cNvSpPr/>
          <p:nvPr/>
        </p:nvSpPr>
        <p:spPr>
          <a:xfrm>
            <a:off x="1612770" y="423095"/>
            <a:ext cx="56349" cy="56349"/>
          </a:xfrm>
          <a:prstGeom prst="ellipse">
            <a:avLst/>
          </a:prstGeom>
          <a:solidFill>
            <a:srgbClr val="FFD6EB">
              <a:alpha val="6565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楕円 92">
            <a:extLst>
              <a:ext uri="{FF2B5EF4-FFF2-40B4-BE49-F238E27FC236}">
                <a16:creationId xmlns:a16="http://schemas.microsoft.com/office/drawing/2014/main" id="{A2556E17-8A50-47FB-263C-4589D785D7FC}"/>
              </a:ext>
            </a:extLst>
          </p:cNvPr>
          <p:cNvSpPr/>
          <p:nvPr/>
        </p:nvSpPr>
        <p:spPr>
          <a:xfrm>
            <a:off x="16723046" y="1859353"/>
            <a:ext cx="93960" cy="93961"/>
          </a:xfrm>
          <a:prstGeom prst="ellipse">
            <a:avLst/>
          </a:prstGeom>
          <a:solidFill>
            <a:srgbClr val="FFFFFF">
              <a:alpha val="5656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楕円 93">
            <a:extLst>
              <a:ext uri="{FF2B5EF4-FFF2-40B4-BE49-F238E27FC236}">
                <a16:creationId xmlns:a16="http://schemas.microsoft.com/office/drawing/2014/main" id="{751A03B7-F656-DB59-572F-59C0F1D4E309}"/>
              </a:ext>
            </a:extLst>
          </p:cNvPr>
          <p:cNvSpPr/>
          <p:nvPr/>
        </p:nvSpPr>
        <p:spPr>
          <a:xfrm>
            <a:off x="9898720" y="103030"/>
            <a:ext cx="19822" cy="19823"/>
          </a:xfrm>
          <a:prstGeom prst="ellipse">
            <a:avLst/>
          </a:prstGeom>
          <a:solidFill>
            <a:srgbClr val="FFECBE">
              <a:alpha val="6502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楕円 94">
            <a:extLst>
              <a:ext uri="{FF2B5EF4-FFF2-40B4-BE49-F238E27FC236}">
                <a16:creationId xmlns:a16="http://schemas.microsoft.com/office/drawing/2014/main" id="{8EAE32D4-FE50-1458-869E-CE49D4E4E1BE}"/>
              </a:ext>
            </a:extLst>
          </p:cNvPr>
          <p:cNvSpPr/>
          <p:nvPr/>
        </p:nvSpPr>
        <p:spPr>
          <a:xfrm>
            <a:off x="7154820" y="8096876"/>
            <a:ext cx="92603" cy="92603"/>
          </a:xfrm>
          <a:prstGeom prst="ellipse">
            <a:avLst/>
          </a:prstGeom>
          <a:solidFill>
            <a:srgbClr val="FFD6EB">
              <a:alpha val="7819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楕円 95">
            <a:extLst>
              <a:ext uri="{FF2B5EF4-FFF2-40B4-BE49-F238E27FC236}">
                <a16:creationId xmlns:a16="http://schemas.microsoft.com/office/drawing/2014/main" id="{DF3804A5-48AF-24A3-FC63-540A42AB71D4}"/>
              </a:ext>
            </a:extLst>
          </p:cNvPr>
          <p:cNvSpPr/>
          <p:nvPr/>
        </p:nvSpPr>
        <p:spPr>
          <a:xfrm>
            <a:off x="15485954" y="6622293"/>
            <a:ext cx="25411" cy="25411"/>
          </a:xfrm>
          <a:prstGeom prst="ellipse">
            <a:avLst/>
          </a:prstGeom>
          <a:solidFill>
            <a:srgbClr val="FFECBE">
              <a:alpha val="8560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楕円 96">
            <a:extLst>
              <a:ext uri="{FF2B5EF4-FFF2-40B4-BE49-F238E27FC236}">
                <a16:creationId xmlns:a16="http://schemas.microsoft.com/office/drawing/2014/main" id="{1BE0FC67-2765-5529-9E0D-C5F623A523DD}"/>
              </a:ext>
            </a:extLst>
          </p:cNvPr>
          <p:cNvSpPr/>
          <p:nvPr/>
        </p:nvSpPr>
        <p:spPr>
          <a:xfrm>
            <a:off x="9766407" y="9163168"/>
            <a:ext cx="18710" cy="18710"/>
          </a:xfrm>
          <a:prstGeom prst="ellipse">
            <a:avLst/>
          </a:prstGeom>
          <a:solidFill>
            <a:srgbClr val="FFD6EB">
              <a:alpha val="5291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楕円 97">
            <a:extLst>
              <a:ext uri="{FF2B5EF4-FFF2-40B4-BE49-F238E27FC236}">
                <a16:creationId xmlns:a16="http://schemas.microsoft.com/office/drawing/2014/main" id="{55730E90-F28A-4007-D78F-AD0480B5C5C1}"/>
              </a:ext>
            </a:extLst>
          </p:cNvPr>
          <p:cNvSpPr/>
          <p:nvPr/>
        </p:nvSpPr>
        <p:spPr>
          <a:xfrm>
            <a:off x="2664180" y="8968363"/>
            <a:ext cx="18455" cy="18454"/>
          </a:xfrm>
          <a:prstGeom prst="ellipse">
            <a:avLst/>
          </a:prstGeom>
          <a:solidFill>
            <a:srgbClr val="BED2FF">
              <a:alpha val="7087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楕円 98">
            <a:extLst>
              <a:ext uri="{FF2B5EF4-FFF2-40B4-BE49-F238E27FC236}">
                <a16:creationId xmlns:a16="http://schemas.microsoft.com/office/drawing/2014/main" id="{F099C35D-AA68-5260-F070-AB0D140AAAD8}"/>
              </a:ext>
            </a:extLst>
          </p:cNvPr>
          <p:cNvSpPr/>
          <p:nvPr/>
        </p:nvSpPr>
        <p:spPr>
          <a:xfrm>
            <a:off x="4150183" y="7539582"/>
            <a:ext cx="19737" cy="19738"/>
          </a:xfrm>
          <a:prstGeom prst="ellipse">
            <a:avLst/>
          </a:prstGeom>
          <a:solidFill>
            <a:srgbClr val="FFECBE">
              <a:alpha val="8118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楕円 99">
            <a:extLst>
              <a:ext uri="{FF2B5EF4-FFF2-40B4-BE49-F238E27FC236}">
                <a16:creationId xmlns:a16="http://schemas.microsoft.com/office/drawing/2014/main" id="{A5D1B187-7A20-D52D-68BD-E3E84495F725}"/>
              </a:ext>
            </a:extLst>
          </p:cNvPr>
          <p:cNvSpPr/>
          <p:nvPr/>
        </p:nvSpPr>
        <p:spPr>
          <a:xfrm>
            <a:off x="5274026" y="3785462"/>
            <a:ext cx="27591" cy="27591"/>
          </a:xfrm>
          <a:prstGeom prst="ellipse">
            <a:avLst/>
          </a:prstGeom>
          <a:solidFill>
            <a:srgbClr val="BED2FF">
              <a:alpha val="6702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楕円 100">
            <a:extLst>
              <a:ext uri="{FF2B5EF4-FFF2-40B4-BE49-F238E27FC236}">
                <a16:creationId xmlns:a16="http://schemas.microsoft.com/office/drawing/2014/main" id="{87DE097B-1D2E-5F79-6FE1-B490693ACA54}"/>
              </a:ext>
            </a:extLst>
          </p:cNvPr>
          <p:cNvSpPr/>
          <p:nvPr/>
        </p:nvSpPr>
        <p:spPr>
          <a:xfrm>
            <a:off x="6904615" y="8976638"/>
            <a:ext cx="78125" cy="78126"/>
          </a:xfrm>
          <a:prstGeom prst="ellipse">
            <a:avLst/>
          </a:prstGeom>
          <a:solidFill>
            <a:srgbClr val="BED2FF">
              <a:alpha val="9434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楕円 101">
            <a:extLst>
              <a:ext uri="{FF2B5EF4-FFF2-40B4-BE49-F238E27FC236}">
                <a16:creationId xmlns:a16="http://schemas.microsoft.com/office/drawing/2014/main" id="{B8D3FE29-CCAE-E4EC-49E8-9DE4D177737F}"/>
              </a:ext>
            </a:extLst>
          </p:cNvPr>
          <p:cNvSpPr/>
          <p:nvPr/>
        </p:nvSpPr>
        <p:spPr>
          <a:xfrm>
            <a:off x="16768088" y="9261632"/>
            <a:ext cx="18401" cy="18400"/>
          </a:xfrm>
          <a:prstGeom prst="ellipse">
            <a:avLst/>
          </a:prstGeom>
          <a:solidFill>
            <a:srgbClr val="FFD6EB">
              <a:alpha val="7700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楕円 102">
            <a:extLst>
              <a:ext uri="{FF2B5EF4-FFF2-40B4-BE49-F238E27FC236}">
                <a16:creationId xmlns:a16="http://schemas.microsoft.com/office/drawing/2014/main" id="{0691D747-2930-1BFF-7F89-C6414BA9BDF2}"/>
              </a:ext>
            </a:extLst>
          </p:cNvPr>
          <p:cNvSpPr/>
          <p:nvPr/>
        </p:nvSpPr>
        <p:spPr>
          <a:xfrm>
            <a:off x="9148013" y="7029752"/>
            <a:ext cx="24951" cy="24951"/>
          </a:xfrm>
          <a:prstGeom prst="ellipse">
            <a:avLst/>
          </a:prstGeom>
          <a:solidFill>
            <a:srgbClr val="BED2FF">
              <a:alpha val="8850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" name="楕円 103">
            <a:extLst>
              <a:ext uri="{FF2B5EF4-FFF2-40B4-BE49-F238E27FC236}">
                <a16:creationId xmlns:a16="http://schemas.microsoft.com/office/drawing/2014/main" id="{D228CCF4-6F60-9ED4-0B49-42928B66941E}"/>
              </a:ext>
            </a:extLst>
          </p:cNvPr>
          <p:cNvSpPr/>
          <p:nvPr/>
        </p:nvSpPr>
        <p:spPr>
          <a:xfrm>
            <a:off x="19984380" y="509543"/>
            <a:ext cx="19827" cy="19827"/>
          </a:xfrm>
          <a:prstGeom prst="ellipse">
            <a:avLst/>
          </a:prstGeom>
          <a:solidFill>
            <a:srgbClr val="FFFFFF">
              <a:alpha val="6281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楕円 104">
            <a:extLst>
              <a:ext uri="{FF2B5EF4-FFF2-40B4-BE49-F238E27FC236}">
                <a16:creationId xmlns:a16="http://schemas.microsoft.com/office/drawing/2014/main" id="{6C7B3E6A-BD1A-EF46-B5B2-F42651B7DA6B}"/>
              </a:ext>
            </a:extLst>
          </p:cNvPr>
          <p:cNvSpPr/>
          <p:nvPr/>
        </p:nvSpPr>
        <p:spPr>
          <a:xfrm>
            <a:off x="13434591" y="9746898"/>
            <a:ext cx="40974" cy="40974"/>
          </a:xfrm>
          <a:prstGeom prst="ellipse">
            <a:avLst/>
          </a:prstGeom>
          <a:solidFill>
            <a:srgbClr val="FFD6EB">
              <a:alpha val="7474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楕円 105">
            <a:extLst>
              <a:ext uri="{FF2B5EF4-FFF2-40B4-BE49-F238E27FC236}">
                <a16:creationId xmlns:a16="http://schemas.microsoft.com/office/drawing/2014/main" id="{2DA82573-C5B3-811B-5811-6F499EAE9B76}"/>
              </a:ext>
            </a:extLst>
          </p:cNvPr>
          <p:cNvSpPr/>
          <p:nvPr/>
        </p:nvSpPr>
        <p:spPr>
          <a:xfrm>
            <a:off x="13127898" y="5452573"/>
            <a:ext cx="35562" cy="35562"/>
          </a:xfrm>
          <a:prstGeom prst="ellipse">
            <a:avLst/>
          </a:prstGeom>
          <a:solidFill>
            <a:srgbClr val="BED2FF">
              <a:alpha val="9055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楕円 106">
            <a:extLst>
              <a:ext uri="{FF2B5EF4-FFF2-40B4-BE49-F238E27FC236}">
                <a16:creationId xmlns:a16="http://schemas.microsoft.com/office/drawing/2014/main" id="{F176A6C1-2727-4271-A565-FFFF9C8C0E27}"/>
              </a:ext>
            </a:extLst>
          </p:cNvPr>
          <p:cNvSpPr/>
          <p:nvPr/>
        </p:nvSpPr>
        <p:spPr>
          <a:xfrm>
            <a:off x="6760671" y="1773548"/>
            <a:ext cx="51985" cy="51985"/>
          </a:xfrm>
          <a:prstGeom prst="ellipse">
            <a:avLst/>
          </a:prstGeom>
          <a:solidFill>
            <a:srgbClr val="BED2FF">
              <a:alpha val="5184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062F6A7C-0DC4-A8B2-33A5-E773F468B042}"/>
              </a:ext>
            </a:extLst>
          </p:cNvPr>
          <p:cNvSpPr/>
          <p:nvPr/>
        </p:nvSpPr>
        <p:spPr>
          <a:xfrm>
            <a:off x="13244832" y="10526971"/>
            <a:ext cx="28593" cy="28595"/>
          </a:xfrm>
          <a:prstGeom prst="ellipse">
            <a:avLst/>
          </a:prstGeom>
          <a:solidFill>
            <a:srgbClr val="BED2FF">
              <a:alpha val="9214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楕円 108">
            <a:extLst>
              <a:ext uri="{FF2B5EF4-FFF2-40B4-BE49-F238E27FC236}">
                <a16:creationId xmlns:a16="http://schemas.microsoft.com/office/drawing/2014/main" id="{3CF31B8E-A46F-2320-B36C-5F6BA454CFFA}"/>
              </a:ext>
            </a:extLst>
          </p:cNvPr>
          <p:cNvSpPr/>
          <p:nvPr/>
        </p:nvSpPr>
        <p:spPr>
          <a:xfrm>
            <a:off x="5725653" y="7433156"/>
            <a:ext cx="19946" cy="19945"/>
          </a:xfrm>
          <a:prstGeom prst="ellipse">
            <a:avLst/>
          </a:prstGeom>
          <a:solidFill>
            <a:srgbClr val="FFFFFF">
              <a:alpha val="9229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" name="楕円 109">
            <a:extLst>
              <a:ext uri="{FF2B5EF4-FFF2-40B4-BE49-F238E27FC236}">
                <a16:creationId xmlns:a16="http://schemas.microsoft.com/office/drawing/2014/main" id="{C5DA8E95-D0C7-8C7B-8ED6-E67D8676225F}"/>
              </a:ext>
            </a:extLst>
          </p:cNvPr>
          <p:cNvSpPr/>
          <p:nvPr/>
        </p:nvSpPr>
        <p:spPr>
          <a:xfrm>
            <a:off x="10947984" y="3076746"/>
            <a:ext cx="52070" cy="52070"/>
          </a:xfrm>
          <a:prstGeom prst="ellipse">
            <a:avLst/>
          </a:prstGeom>
          <a:solidFill>
            <a:srgbClr val="FFFFFF">
              <a:alpha val="7794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楕円 110">
            <a:extLst>
              <a:ext uri="{FF2B5EF4-FFF2-40B4-BE49-F238E27FC236}">
                <a16:creationId xmlns:a16="http://schemas.microsoft.com/office/drawing/2014/main" id="{23B078F3-41D7-8095-72D3-768AAF12F936}"/>
              </a:ext>
            </a:extLst>
          </p:cNvPr>
          <p:cNvSpPr/>
          <p:nvPr/>
        </p:nvSpPr>
        <p:spPr>
          <a:xfrm>
            <a:off x="3616838" y="1471330"/>
            <a:ext cx="22846" cy="22846"/>
          </a:xfrm>
          <a:prstGeom prst="ellipse">
            <a:avLst/>
          </a:prstGeom>
          <a:solidFill>
            <a:srgbClr val="FFD6EB">
              <a:alpha val="9848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楕円 111">
            <a:extLst>
              <a:ext uri="{FF2B5EF4-FFF2-40B4-BE49-F238E27FC236}">
                <a16:creationId xmlns:a16="http://schemas.microsoft.com/office/drawing/2014/main" id="{B95FAA51-4D06-450E-4992-F7ABF77E579E}"/>
              </a:ext>
            </a:extLst>
          </p:cNvPr>
          <p:cNvSpPr/>
          <p:nvPr/>
        </p:nvSpPr>
        <p:spPr>
          <a:xfrm>
            <a:off x="9182671" y="1879755"/>
            <a:ext cx="18051" cy="18050"/>
          </a:xfrm>
          <a:prstGeom prst="ellipse">
            <a:avLst/>
          </a:prstGeom>
          <a:solidFill>
            <a:srgbClr val="FFFFFF">
              <a:alpha val="7508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楕円 112">
            <a:extLst>
              <a:ext uri="{FF2B5EF4-FFF2-40B4-BE49-F238E27FC236}">
                <a16:creationId xmlns:a16="http://schemas.microsoft.com/office/drawing/2014/main" id="{66B388F9-BB3B-F53C-6BAF-D3B5C9D0B64D}"/>
              </a:ext>
            </a:extLst>
          </p:cNvPr>
          <p:cNvSpPr/>
          <p:nvPr/>
        </p:nvSpPr>
        <p:spPr>
          <a:xfrm>
            <a:off x="4952234" y="2709749"/>
            <a:ext cx="41071" cy="41072"/>
          </a:xfrm>
          <a:prstGeom prst="ellipse">
            <a:avLst/>
          </a:prstGeom>
          <a:solidFill>
            <a:srgbClr val="BED2FF">
              <a:alpha val="9287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楕円 113">
            <a:extLst>
              <a:ext uri="{FF2B5EF4-FFF2-40B4-BE49-F238E27FC236}">
                <a16:creationId xmlns:a16="http://schemas.microsoft.com/office/drawing/2014/main" id="{886F69AF-23C1-A74D-48C1-BF6CDC62007C}"/>
              </a:ext>
            </a:extLst>
          </p:cNvPr>
          <p:cNvSpPr/>
          <p:nvPr/>
        </p:nvSpPr>
        <p:spPr>
          <a:xfrm>
            <a:off x="4463302" y="10715554"/>
            <a:ext cx="46774" cy="46774"/>
          </a:xfrm>
          <a:prstGeom prst="ellipse">
            <a:avLst/>
          </a:prstGeom>
          <a:solidFill>
            <a:srgbClr val="BED2FF">
              <a:alpha val="6951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" name="楕円 114">
            <a:extLst>
              <a:ext uri="{FF2B5EF4-FFF2-40B4-BE49-F238E27FC236}">
                <a16:creationId xmlns:a16="http://schemas.microsoft.com/office/drawing/2014/main" id="{F03315A9-D2BB-8921-ED43-075E2504A921}"/>
              </a:ext>
            </a:extLst>
          </p:cNvPr>
          <p:cNvSpPr/>
          <p:nvPr/>
        </p:nvSpPr>
        <p:spPr>
          <a:xfrm>
            <a:off x="20968117" y="6395952"/>
            <a:ext cx="37633" cy="37632"/>
          </a:xfrm>
          <a:prstGeom prst="ellipse">
            <a:avLst/>
          </a:prstGeom>
          <a:solidFill>
            <a:srgbClr val="FFD6EB">
              <a:alpha val="7622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楕円 115">
            <a:extLst>
              <a:ext uri="{FF2B5EF4-FFF2-40B4-BE49-F238E27FC236}">
                <a16:creationId xmlns:a16="http://schemas.microsoft.com/office/drawing/2014/main" id="{4CB69BA8-D497-D415-AA96-9757FF67C772}"/>
              </a:ext>
            </a:extLst>
          </p:cNvPr>
          <p:cNvSpPr/>
          <p:nvPr/>
        </p:nvSpPr>
        <p:spPr>
          <a:xfrm>
            <a:off x="19566435" y="6860327"/>
            <a:ext cx="29232" cy="29232"/>
          </a:xfrm>
          <a:prstGeom prst="ellipse">
            <a:avLst/>
          </a:prstGeom>
          <a:solidFill>
            <a:srgbClr val="BED2FF">
              <a:alpha val="5040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楕円 116">
            <a:extLst>
              <a:ext uri="{FF2B5EF4-FFF2-40B4-BE49-F238E27FC236}">
                <a16:creationId xmlns:a16="http://schemas.microsoft.com/office/drawing/2014/main" id="{D27F03CC-6BF2-3C5D-8727-E3E02B1543A2}"/>
              </a:ext>
            </a:extLst>
          </p:cNvPr>
          <p:cNvSpPr/>
          <p:nvPr/>
        </p:nvSpPr>
        <p:spPr>
          <a:xfrm>
            <a:off x="5774685" y="9020867"/>
            <a:ext cx="23673" cy="23674"/>
          </a:xfrm>
          <a:prstGeom prst="ellipse">
            <a:avLst/>
          </a:prstGeom>
          <a:solidFill>
            <a:srgbClr val="FFFFFF">
              <a:alpha val="9903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8" name="楕円 117">
            <a:extLst>
              <a:ext uri="{FF2B5EF4-FFF2-40B4-BE49-F238E27FC236}">
                <a16:creationId xmlns:a16="http://schemas.microsoft.com/office/drawing/2014/main" id="{02C53B47-2ACF-FACE-DAF6-D54BACF97DC9}"/>
              </a:ext>
            </a:extLst>
          </p:cNvPr>
          <p:cNvSpPr/>
          <p:nvPr/>
        </p:nvSpPr>
        <p:spPr>
          <a:xfrm>
            <a:off x="2778922" y="9692394"/>
            <a:ext cx="60802" cy="60801"/>
          </a:xfrm>
          <a:prstGeom prst="ellipse">
            <a:avLst/>
          </a:prstGeom>
          <a:solidFill>
            <a:srgbClr val="BED2FF">
              <a:alpha val="7333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" name="楕円 118">
            <a:extLst>
              <a:ext uri="{FF2B5EF4-FFF2-40B4-BE49-F238E27FC236}">
                <a16:creationId xmlns:a16="http://schemas.microsoft.com/office/drawing/2014/main" id="{618BBEF1-F176-87A2-848F-2374AC9F1307}"/>
              </a:ext>
            </a:extLst>
          </p:cNvPr>
          <p:cNvSpPr/>
          <p:nvPr/>
        </p:nvSpPr>
        <p:spPr>
          <a:xfrm>
            <a:off x="8382757" y="9834535"/>
            <a:ext cx="20421" cy="20422"/>
          </a:xfrm>
          <a:prstGeom prst="ellipse">
            <a:avLst/>
          </a:prstGeom>
          <a:solidFill>
            <a:srgbClr val="FFFFFF">
              <a:alpha val="5377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楕円 119">
            <a:extLst>
              <a:ext uri="{FF2B5EF4-FFF2-40B4-BE49-F238E27FC236}">
                <a16:creationId xmlns:a16="http://schemas.microsoft.com/office/drawing/2014/main" id="{1F55FCC0-F8AC-C0D6-BC4E-AA175EFA1A8B}"/>
              </a:ext>
            </a:extLst>
          </p:cNvPr>
          <p:cNvSpPr/>
          <p:nvPr/>
        </p:nvSpPr>
        <p:spPr>
          <a:xfrm>
            <a:off x="20487861" y="712552"/>
            <a:ext cx="33156" cy="33156"/>
          </a:xfrm>
          <a:prstGeom prst="ellipse">
            <a:avLst/>
          </a:prstGeom>
          <a:solidFill>
            <a:srgbClr val="FFFFFF">
              <a:alpha val="5278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楕円 120">
            <a:extLst>
              <a:ext uri="{FF2B5EF4-FFF2-40B4-BE49-F238E27FC236}">
                <a16:creationId xmlns:a16="http://schemas.microsoft.com/office/drawing/2014/main" id="{E0DF2D9C-8AF3-5B36-899A-D9660F260D88}"/>
              </a:ext>
            </a:extLst>
          </p:cNvPr>
          <p:cNvSpPr/>
          <p:nvPr/>
        </p:nvSpPr>
        <p:spPr>
          <a:xfrm>
            <a:off x="11639005" y="6980873"/>
            <a:ext cx="18991" cy="18991"/>
          </a:xfrm>
          <a:prstGeom prst="ellipse">
            <a:avLst/>
          </a:prstGeom>
          <a:solidFill>
            <a:srgbClr val="BED2FF">
              <a:alpha val="7701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2" name="楕円 121">
            <a:extLst>
              <a:ext uri="{FF2B5EF4-FFF2-40B4-BE49-F238E27FC236}">
                <a16:creationId xmlns:a16="http://schemas.microsoft.com/office/drawing/2014/main" id="{0723AE0B-355A-14DC-A508-D01AD5DD99D4}"/>
              </a:ext>
            </a:extLst>
          </p:cNvPr>
          <p:cNvSpPr/>
          <p:nvPr/>
        </p:nvSpPr>
        <p:spPr>
          <a:xfrm>
            <a:off x="11519815" y="6197856"/>
            <a:ext cx="25118" cy="25117"/>
          </a:xfrm>
          <a:prstGeom prst="ellipse">
            <a:avLst/>
          </a:prstGeom>
          <a:solidFill>
            <a:srgbClr val="FFECBE">
              <a:alpha val="9427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3" name="楕円 122">
            <a:extLst>
              <a:ext uri="{FF2B5EF4-FFF2-40B4-BE49-F238E27FC236}">
                <a16:creationId xmlns:a16="http://schemas.microsoft.com/office/drawing/2014/main" id="{189D1F27-5595-F0BC-33EE-56E45B53720C}"/>
              </a:ext>
            </a:extLst>
          </p:cNvPr>
          <p:cNvSpPr/>
          <p:nvPr/>
        </p:nvSpPr>
        <p:spPr>
          <a:xfrm>
            <a:off x="16282495" y="8140168"/>
            <a:ext cx="24331" cy="24331"/>
          </a:xfrm>
          <a:prstGeom prst="ellipse">
            <a:avLst/>
          </a:prstGeom>
          <a:solidFill>
            <a:srgbClr val="FFFFFF">
              <a:alpha val="8861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4" name="楕円 123">
            <a:extLst>
              <a:ext uri="{FF2B5EF4-FFF2-40B4-BE49-F238E27FC236}">
                <a16:creationId xmlns:a16="http://schemas.microsoft.com/office/drawing/2014/main" id="{CA7058DF-D24C-AA59-E73D-ADE019C832E1}"/>
              </a:ext>
            </a:extLst>
          </p:cNvPr>
          <p:cNvSpPr/>
          <p:nvPr/>
        </p:nvSpPr>
        <p:spPr>
          <a:xfrm>
            <a:off x="8410455" y="10621875"/>
            <a:ext cx="35107" cy="35107"/>
          </a:xfrm>
          <a:prstGeom prst="ellipse">
            <a:avLst/>
          </a:prstGeom>
          <a:solidFill>
            <a:srgbClr val="BED2FF">
              <a:alpha val="9944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5" name="楕円 124">
            <a:extLst>
              <a:ext uri="{FF2B5EF4-FFF2-40B4-BE49-F238E27FC236}">
                <a16:creationId xmlns:a16="http://schemas.microsoft.com/office/drawing/2014/main" id="{D851C34A-80A1-706C-BCFF-637D09784137}"/>
              </a:ext>
            </a:extLst>
          </p:cNvPr>
          <p:cNvSpPr/>
          <p:nvPr/>
        </p:nvSpPr>
        <p:spPr>
          <a:xfrm>
            <a:off x="6760278" y="1441894"/>
            <a:ext cx="94516" cy="94516"/>
          </a:xfrm>
          <a:prstGeom prst="ellipse">
            <a:avLst/>
          </a:prstGeom>
          <a:solidFill>
            <a:srgbClr val="FFFFFF">
              <a:alpha val="8913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6" name="楕円 125">
            <a:extLst>
              <a:ext uri="{FF2B5EF4-FFF2-40B4-BE49-F238E27FC236}">
                <a16:creationId xmlns:a16="http://schemas.microsoft.com/office/drawing/2014/main" id="{2C46465C-A721-C288-3258-7B6B7671CD95}"/>
              </a:ext>
            </a:extLst>
          </p:cNvPr>
          <p:cNvSpPr/>
          <p:nvPr/>
        </p:nvSpPr>
        <p:spPr>
          <a:xfrm>
            <a:off x="1711162" y="3509513"/>
            <a:ext cx="27144" cy="27144"/>
          </a:xfrm>
          <a:prstGeom prst="ellipse">
            <a:avLst/>
          </a:prstGeom>
          <a:solidFill>
            <a:srgbClr val="FFFFFF">
              <a:alpha val="7417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7" name="楕円 126">
            <a:extLst>
              <a:ext uri="{FF2B5EF4-FFF2-40B4-BE49-F238E27FC236}">
                <a16:creationId xmlns:a16="http://schemas.microsoft.com/office/drawing/2014/main" id="{4CBE73D2-1883-744F-B9E0-6C4E87AD3B68}"/>
              </a:ext>
            </a:extLst>
          </p:cNvPr>
          <p:cNvSpPr/>
          <p:nvPr/>
        </p:nvSpPr>
        <p:spPr>
          <a:xfrm>
            <a:off x="17365276" y="1146923"/>
            <a:ext cx="28678" cy="28677"/>
          </a:xfrm>
          <a:prstGeom prst="ellipse">
            <a:avLst/>
          </a:prstGeom>
          <a:solidFill>
            <a:srgbClr val="BED2FF">
              <a:alpha val="7764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8" name="楕円 127">
            <a:extLst>
              <a:ext uri="{FF2B5EF4-FFF2-40B4-BE49-F238E27FC236}">
                <a16:creationId xmlns:a16="http://schemas.microsoft.com/office/drawing/2014/main" id="{37EF3217-A051-AB4F-B329-F76C20041125}"/>
              </a:ext>
            </a:extLst>
          </p:cNvPr>
          <p:cNvSpPr/>
          <p:nvPr/>
        </p:nvSpPr>
        <p:spPr>
          <a:xfrm>
            <a:off x="12661074" y="6811443"/>
            <a:ext cx="57764" cy="57764"/>
          </a:xfrm>
          <a:prstGeom prst="ellipse">
            <a:avLst/>
          </a:prstGeom>
          <a:solidFill>
            <a:srgbClr val="BED2FF">
              <a:alpha val="7600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9" name="楕円 128">
            <a:extLst>
              <a:ext uri="{FF2B5EF4-FFF2-40B4-BE49-F238E27FC236}">
                <a16:creationId xmlns:a16="http://schemas.microsoft.com/office/drawing/2014/main" id="{C0C4EE11-9FB2-C56C-E099-F9C19899B61D}"/>
              </a:ext>
            </a:extLst>
          </p:cNvPr>
          <p:cNvSpPr/>
          <p:nvPr/>
        </p:nvSpPr>
        <p:spPr>
          <a:xfrm>
            <a:off x="11060846" y="4963300"/>
            <a:ext cx="22811" cy="22811"/>
          </a:xfrm>
          <a:prstGeom prst="ellipse">
            <a:avLst/>
          </a:prstGeom>
          <a:solidFill>
            <a:srgbClr val="BED2FF">
              <a:alpha val="6143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0" name="楕円 129">
            <a:extLst>
              <a:ext uri="{FF2B5EF4-FFF2-40B4-BE49-F238E27FC236}">
                <a16:creationId xmlns:a16="http://schemas.microsoft.com/office/drawing/2014/main" id="{E84F5460-15A3-06EB-7858-AF924F45E7A3}"/>
              </a:ext>
            </a:extLst>
          </p:cNvPr>
          <p:cNvSpPr/>
          <p:nvPr/>
        </p:nvSpPr>
        <p:spPr>
          <a:xfrm>
            <a:off x="13307679" y="5280506"/>
            <a:ext cx="18025" cy="18025"/>
          </a:xfrm>
          <a:prstGeom prst="ellipse">
            <a:avLst/>
          </a:prstGeom>
          <a:solidFill>
            <a:srgbClr val="FFD6EB">
              <a:alpha val="7348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1" name="楕円 130">
            <a:extLst>
              <a:ext uri="{FF2B5EF4-FFF2-40B4-BE49-F238E27FC236}">
                <a16:creationId xmlns:a16="http://schemas.microsoft.com/office/drawing/2014/main" id="{5CEB1DAA-F304-5C5D-6DC5-3C5499B6E659}"/>
              </a:ext>
            </a:extLst>
          </p:cNvPr>
          <p:cNvSpPr/>
          <p:nvPr/>
        </p:nvSpPr>
        <p:spPr>
          <a:xfrm>
            <a:off x="21305524" y="5546454"/>
            <a:ext cx="66880" cy="66880"/>
          </a:xfrm>
          <a:prstGeom prst="ellipse">
            <a:avLst/>
          </a:prstGeom>
          <a:solidFill>
            <a:srgbClr val="FFD6EB">
              <a:alpha val="6870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2" name="楕円 131">
            <a:extLst>
              <a:ext uri="{FF2B5EF4-FFF2-40B4-BE49-F238E27FC236}">
                <a16:creationId xmlns:a16="http://schemas.microsoft.com/office/drawing/2014/main" id="{A911393B-8A0E-364E-FCB2-726E9F8FFF5D}"/>
              </a:ext>
            </a:extLst>
          </p:cNvPr>
          <p:cNvSpPr/>
          <p:nvPr/>
        </p:nvSpPr>
        <p:spPr>
          <a:xfrm>
            <a:off x="7647415" y="7150925"/>
            <a:ext cx="18895" cy="18896"/>
          </a:xfrm>
          <a:prstGeom prst="ellipse">
            <a:avLst/>
          </a:prstGeom>
          <a:solidFill>
            <a:srgbClr val="FFECBE">
              <a:alpha val="8104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3" name="楕円 132">
            <a:extLst>
              <a:ext uri="{FF2B5EF4-FFF2-40B4-BE49-F238E27FC236}">
                <a16:creationId xmlns:a16="http://schemas.microsoft.com/office/drawing/2014/main" id="{CDC0DE86-0B76-EC28-9DB7-CDA035716CAF}"/>
              </a:ext>
            </a:extLst>
          </p:cNvPr>
          <p:cNvSpPr/>
          <p:nvPr/>
        </p:nvSpPr>
        <p:spPr>
          <a:xfrm>
            <a:off x="3339321" y="1527573"/>
            <a:ext cx="24171" cy="24172"/>
          </a:xfrm>
          <a:prstGeom prst="ellipse">
            <a:avLst/>
          </a:prstGeom>
          <a:solidFill>
            <a:srgbClr val="FFD6EB">
              <a:alpha val="8491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4" name="楕円 133">
            <a:extLst>
              <a:ext uri="{FF2B5EF4-FFF2-40B4-BE49-F238E27FC236}">
                <a16:creationId xmlns:a16="http://schemas.microsoft.com/office/drawing/2014/main" id="{09E9CFF0-613D-8285-7F43-CEA94BED1C1A}"/>
              </a:ext>
            </a:extLst>
          </p:cNvPr>
          <p:cNvSpPr/>
          <p:nvPr/>
        </p:nvSpPr>
        <p:spPr>
          <a:xfrm>
            <a:off x="13029233" y="2834406"/>
            <a:ext cx="41915" cy="41916"/>
          </a:xfrm>
          <a:prstGeom prst="ellipse">
            <a:avLst/>
          </a:prstGeom>
          <a:solidFill>
            <a:srgbClr val="FFD6EB">
              <a:alpha val="6828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5" name="楕円 134">
            <a:extLst>
              <a:ext uri="{FF2B5EF4-FFF2-40B4-BE49-F238E27FC236}">
                <a16:creationId xmlns:a16="http://schemas.microsoft.com/office/drawing/2014/main" id="{4E9A9F01-7FFD-ADF5-7461-08EA696C5257}"/>
              </a:ext>
            </a:extLst>
          </p:cNvPr>
          <p:cNvSpPr/>
          <p:nvPr/>
        </p:nvSpPr>
        <p:spPr>
          <a:xfrm>
            <a:off x="15548659" y="1593556"/>
            <a:ext cx="84529" cy="84529"/>
          </a:xfrm>
          <a:prstGeom prst="ellipse">
            <a:avLst/>
          </a:prstGeom>
          <a:solidFill>
            <a:srgbClr val="FFFFFF">
              <a:alpha val="7533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6" name="楕円 135">
            <a:extLst>
              <a:ext uri="{FF2B5EF4-FFF2-40B4-BE49-F238E27FC236}">
                <a16:creationId xmlns:a16="http://schemas.microsoft.com/office/drawing/2014/main" id="{0DA360AF-38FB-CAD3-2E08-7B0BA1699B73}"/>
              </a:ext>
            </a:extLst>
          </p:cNvPr>
          <p:cNvSpPr/>
          <p:nvPr/>
        </p:nvSpPr>
        <p:spPr>
          <a:xfrm>
            <a:off x="17271767" y="9305585"/>
            <a:ext cx="27064" cy="27064"/>
          </a:xfrm>
          <a:prstGeom prst="ellipse">
            <a:avLst/>
          </a:prstGeom>
          <a:solidFill>
            <a:srgbClr val="FFFFFF">
              <a:alpha val="7027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楕円 136">
            <a:extLst>
              <a:ext uri="{FF2B5EF4-FFF2-40B4-BE49-F238E27FC236}">
                <a16:creationId xmlns:a16="http://schemas.microsoft.com/office/drawing/2014/main" id="{43B27745-83EB-6B8D-D138-203F959D261A}"/>
              </a:ext>
            </a:extLst>
          </p:cNvPr>
          <p:cNvSpPr/>
          <p:nvPr/>
        </p:nvSpPr>
        <p:spPr>
          <a:xfrm>
            <a:off x="11614359" y="3067529"/>
            <a:ext cx="31903" cy="31904"/>
          </a:xfrm>
          <a:prstGeom prst="ellipse">
            <a:avLst/>
          </a:prstGeom>
          <a:solidFill>
            <a:srgbClr val="FFECBE">
              <a:alpha val="7406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8" name="楕円 137">
            <a:extLst>
              <a:ext uri="{FF2B5EF4-FFF2-40B4-BE49-F238E27FC236}">
                <a16:creationId xmlns:a16="http://schemas.microsoft.com/office/drawing/2014/main" id="{F1CA8307-43FB-BD2D-513E-21775575F1C9}"/>
              </a:ext>
            </a:extLst>
          </p:cNvPr>
          <p:cNvSpPr/>
          <p:nvPr/>
        </p:nvSpPr>
        <p:spPr>
          <a:xfrm>
            <a:off x="5364043" y="2906833"/>
            <a:ext cx="28795" cy="28796"/>
          </a:xfrm>
          <a:prstGeom prst="ellipse">
            <a:avLst/>
          </a:prstGeom>
          <a:solidFill>
            <a:srgbClr val="FFFFFF">
              <a:alpha val="9554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楕円 138">
            <a:extLst>
              <a:ext uri="{FF2B5EF4-FFF2-40B4-BE49-F238E27FC236}">
                <a16:creationId xmlns:a16="http://schemas.microsoft.com/office/drawing/2014/main" id="{225C5591-9D77-30C4-70E7-B82ED65BD0B4}"/>
              </a:ext>
            </a:extLst>
          </p:cNvPr>
          <p:cNvSpPr/>
          <p:nvPr/>
        </p:nvSpPr>
        <p:spPr>
          <a:xfrm>
            <a:off x="19287816" y="4827909"/>
            <a:ext cx="25387" cy="25386"/>
          </a:xfrm>
          <a:prstGeom prst="ellipse">
            <a:avLst/>
          </a:prstGeom>
          <a:solidFill>
            <a:srgbClr val="FFFFFF">
              <a:alpha val="8383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楕円 139">
            <a:extLst>
              <a:ext uri="{FF2B5EF4-FFF2-40B4-BE49-F238E27FC236}">
                <a16:creationId xmlns:a16="http://schemas.microsoft.com/office/drawing/2014/main" id="{E97BADD0-7501-AA96-7675-1F5203E3DC83}"/>
              </a:ext>
            </a:extLst>
          </p:cNvPr>
          <p:cNvSpPr/>
          <p:nvPr/>
        </p:nvSpPr>
        <p:spPr>
          <a:xfrm>
            <a:off x="6955417" y="1130155"/>
            <a:ext cx="25383" cy="25383"/>
          </a:xfrm>
          <a:prstGeom prst="ellipse">
            <a:avLst/>
          </a:prstGeom>
          <a:solidFill>
            <a:srgbClr val="FFECBE">
              <a:alpha val="9194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1" name="楕円 140">
            <a:extLst>
              <a:ext uri="{FF2B5EF4-FFF2-40B4-BE49-F238E27FC236}">
                <a16:creationId xmlns:a16="http://schemas.microsoft.com/office/drawing/2014/main" id="{06BEA056-7F16-535E-9F29-F89DD3515D9E}"/>
              </a:ext>
            </a:extLst>
          </p:cNvPr>
          <p:cNvSpPr/>
          <p:nvPr/>
        </p:nvSpPr>
        <p:spPr>
          <a:xfrm>
            <a:off x="6439269" y="10052040"/>
            <a:ext cx="21279" cy="21278"/>
          </a:xfrm>
          <a:prstGeom prst="ellipse">
            <a:avLst/>
          </a:prstGeom>
          <a:solidFill>
            <a:srgbClr val="FFECBE">
              <a:alpha val="5993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楕円 141">
            <a:extLst>
              <a:ext uri="{FF2B5EF4-FFF2-40B4-BE49-F238E27FC236}">
                <a16:creationId xmlns:a16="http://schemas.microsoft.com/office/drawing/2014/main" id="{9C2C0670-AFBD-E3FC-C158-A8119B39ED9E}"/>
              </a:ext>
            </a:extLst>
          </p:cNvPr>
          <p:cNvSpPr/>
          <p:nvPr/>
        </p:nvSpPr>
        <p:spPr>
          <a:xfrm>
            <a:off x="17001661" y="6372257"/>
            <a:ext cx="41275" cy="41276"/>
          </a:xfrm>
          <a:prstGeom prst="ellipse">
            <a:avLst/>
          </a:prstGeom>
          <a:solidFill>
            <a:srgbClr val="BED2FF">
              <a:alpha val="5912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3" name="楕円 142">
            <a:extLst>
              <a:ext uri="{FF2B5EF4-FFF2-40B4-BE49-F238E27FC236}">
                <a16:creationId xmlns:a16="http://schemas.microsoft.com/office/drawing/2014/main" id="{4F6943A0-F9E6-F4AA-4295-F951375FB291}"/>
              </a:ext>
            </a:extLst>
          </p:cNvPr>
          <p:cNvSpPr/>
          <p:nvPr/>
        </p:nvSpPr>
        <p:spPr>
          <a:xfrm>
            <a:off x="10597480" y="2284094"/>
            <a:ext cx="84227" cy="84227"/>
          </a:xfrm>
          <a:prstGeom prst="ellipse">
            <a:avLst/>
          </a:prstGeom>
          <a:solidFill>
            <a:srgbClr val="FFD6EB">
              <a:alpha val="5823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4" name="楕円 143">
            <a:extLst>
              <a:ext uri="{FF2B5EF4-FFF2-40B4-BE49-F238E27FC236}">
                <a16:creationId xmlns:a16="http://schemas.microsoft.com/office/drawing/2014/main" id="{9D262465-4DFB-66E1-0EC3-B558F6CE8036}"/>
              </a:ext>
            </a:extLst>
          </p:cNvPr>
          <p:cNvSpPr/>
          <p:nvPr/>
        </p:nvSpPr>
        <p:spPr>
          <a:xfrm>
            <a:off x="17377496" y="7154052"/>
            <a:ext cx="73839" cy="73838"/>
          </a:xfrm>
          <a:prstGeom prst="ellipse">
            <a:avLst/>
          </a:prstGeom>
          <a:solidFill>
            <a:srgbClr val="FFECBE">
              <a:alpha val="9748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5" name="楕円 144">
            <a:extLst>
              <a:ext uri="{FF2B5EF4-FFF2-40B4-BE49-F238E27FC236}">
                <a16:creationId xmlns:a16="http://schemas.microsoft.com/office/drawing/2014/main" id="{BC0F34CC-C3C1-93E8-11B1-5689307EFB73}"/>
              </a:ext>
            </a:extLst>
          </p:cNvPr>
          <p:cNvSpPr/>
          <p:nvPr/>
        </p:nvSpPr>
        <p:spPr>
          <a:xfrm>
            <a:off x="6035632" y="9433030"/>
            <a:ext cx="32050" cy="32049"/>
          </a:xfrm>
          <a:prstGeom prst="ellipse">
            <a:avLst/>
          </a:prstGeom>
          <a:solidFill>
            <a:srgbClr val="BED2FF">
              <a:alpha val="6341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6" name="楕円 145">
            <a:extLst>
              <a:ext uri="{FF2B5EF4-FFF2-40B4-BE49-F238E27FC236}">
                <a16:creationId xmlns:a16="http://schemas.microsoft.com/office/drawing/2014/main" id="{D38B4BDD-CB2F-0257-E9A9-F6969F05466A}"/>
              </a:ext>
            </a:extLst>
          </p:cNvPr>
          <p:cNvSpPr/>
          <p:nvPr/>
        </p:nvSpPr>
        <p:spPr>
          <a:xfrm>
            <a:off x="4904853" y="8701662"/>
            <a:ext cx="50779" cy="50780"/>
          </a:xfrm>
          <a:prstGeom prst="ellipse">
            <a:avLst/>
          </a:prstGeom>
          <a:solidFill>
            <a:srgbClr val="FFD6EB">
              <a:alpha val="9162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7" name="楕円 146">
            <a:extLst>
              <a:ext uri="{FF2B5EF4-FFF2-40B4-BE49-F238E27FC236}">
                <a16:creationId xmlns:a16="http://schemas.microsoft.com/office/drawing/2014/main" id="{FD2B8994-8F10-1FCD-4C51-7BFD89A9EF1A}"/>
              </a:ext>
            </a:extLst>
          </p:cNvPr>
          <p:cNvSpPr/>
          <p:nvPr/>
        </p:nvSpPr>
        <p:spPr>
          <a:xfrm>
            <a:off x="14074380" y="4540142"/>
            <a:ext cx="18758" cy="18759"/>
          </a:xfrm>
          <a:prstGeom prst="ellipse">
            <a:avLst/>
          </a:prstGeom>
          <a:solidFill>
            <a:srgbClr val="FFFFFF">
              <a:alpha val="8535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8" name="楕円 147">
            <a:extLst>
              <a:ext uri="{FF2B5EF4-FFF2-40B4-BE49-F238E27FC236}">
                <a16:creationId xmlns:a16="http://schemas.microsoft.com/office/drawing/2014/main" id="{CBDECBD0-F7D4-18B7-6F20-65B2223A11D5}"/>
              </a:ext>
            </a:extLst>
          </p:cNvPr>
          <p:cNvSpPr/>
          <p:nvPr/>
        </p:nvSpPr>
        <p:spPr>
          <a:xfrm>
            <a:off x="13387623" y="391582"/>
            <a:ext cx="19596" cy="19596"/>
          </a:xfrm>
          <a:prstGeom prst="ellipse">
            <a:avLst/>
          </a:prstGeom>
          <a:solidFill>
            <a:srgbClr val="BED2FF">
              <a:alpha val="6386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9" name="楕円 148">
            <a:extLst>
              <a:ext uri="{FF2B5EF4-FFF2-40B4-BE49-F238E27FC236}">
                <a16:creationId xmlns:a16="http://schemas.microsoft.com/office/drawing/2014/main" id="{F5A3B541-BABC-32FC-1139-40BA94A074FB}"/>
              </a:ext>
            </a:extLst>
          </p:cNvPr>
          <p:cNvSpPr/>
          <p:nvPr/>
        </p:nvSpPr>
        <p:spPr>
          <a:xfrm>
            <a:off x="13277400" y="7412438"/>
            <a:ext cx="86936" cy="86935"/>
          </a:xfrm>
          <a:prstGeom prst="ellipse">
            <a:avLst/>
          </a:prstGeom>
          <a:solidFill>
            <a:srgbClr val="FFECBE">
              <a:alpha val="7042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0" name="楕円 149">
            <a:extLst>
              <a:ext uri="{FF2B5EF4-FFF2-40B4-BE49-F238E27FC236}">
                <a16:creationId xmlns:a16="http://schemas.microsoft.com/office/drawing/2014/main" id="{9CBAE56B-2966-7EF0-7CAE-F34AD8DAD184}"/>
              </a:ext>
            </a:extLst>
          </p:cNvPr>
          <p:cNvSpPr/>
          <p:nvPr/>
        </p:nvSpPr>
        <p:spPr>
          <a:xfrm>
            <a:off x="13491381" y="5635488"/>
            <a:ext cx="40996" cy="40995"/>
          </a:xfrm>
          <a:prstGeom prst="ellipse">
            <a:avLst/>
          </a:prstGeom>
          <a:solidFill>
            <a:srgbClr val="FFECBE">
              <a:alpha val="7455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1" name="楕円 150">
            <a:extLst>
              <a:ext uri="{FF2B5EF4-FFF2-40B4-BE49-F238E27FC236}">
                <a16:creationId xmlns:a16="http://schemas.microsoft.com/office/drawing/2014/main" id="{EAF41FC1-3A90-710A-8E93-D5FF35F16CE5}"/>
              </a:ext>
            </a:extLst>
          </p:cNvPr>
          <p:cNvSpPr/>
          <p:nvPr/>
        </p:nvSpPr>
        <p:spPr>
          <a:xfrm>
            <a:off x="13480684" y="2379017"/>
            <a:ext cx="90774" cy="90775"/>
          </a:xfrm>
          <a:prstGeom prst="ellipse">
            <a:avLst/>
          </a:prstGeom>
          <a:solidFill>
            <a:srgbClr val="FFFFFF">
              <a:alpha val="5609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2" name="楕円 151">
            <a:extLst>
              <a:ext uri="{FF2B5EF4-FFF2-40B4-BE49-F238E27FC236}">
                <a16:creationId xmlns:a16="http://schemas.microsoft.com/office/drawing/2014/main" id="{8A173822-B3CD-D9DC-B315-6F56E6AC6956}"/>
              </a:ext>
            </a:extLst>
          </p:cNvPr>
          <p:cNvSpPr/>
          <p:nvPr/>
        </p:nvSpPr>
        <p:spPr>
          <a:xfrm>
            <a:off x="9198647" y="3882674"/>
            <a:ext cx="40863" cy="40863"/>
          </a:xfrm>
          <a:prstGeom prst="ellipse">
            <a:avLst/>
          </a:prstGeom>
          <a:solidFill>
            <a:srgbClr val="BED2FF">
              <a:alpha val="7146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楕円 152">
            <a:extLst>
              <a:ext uri="{FF2B5EF4-FFF2-40B4-BE49-F238E27FC236}">
                <a16:creationId xmlns:a16="http://schemas.microsoft.com/office/drawing/2014/main" id="{BE39EF7F-29DD-48F1-2C11-F47D82BA0587}"/>
              </a:ext>
            </a:extLst>
          </p:cNvPr>
          <p:cNvSpPr/>
          <p:nvPr/>
        </p:nvSpPr>
        <p:spPr>
          <a:xfrm>
            <a:off x="20957873" y="10148630"/>
            <a:ext cx="53355" cy="53355"/>
          </a:xfrm>
          <a:prstGeom prst="ellipse">
            <a:avLst/>
          </a:prstGeom>
          <a:solidFill>
            <a:srgbClr val="FFECBE">
              <a:alpha val="9205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4" name="楕円 153">
            <a:extLst>
              <a:ext uri="{FF2B5EF4-FFF2-40B4-BE49-F238E27FC236}">
                <a16:creationId xmlns:a16="http://schemas.microsoft.com/office/drawing/2014/main" id="{1CBC3C2A-B155-9FBB-FDFD-3FCFB469152E}"/>
              </a:ext>
            </a:extLst>
          </p:cNvPr>
          <p:cNvSpPr/>
          <p:nvPr/>
        </p:nvSpPr>
        <p:spPr>
          <a:xfrm>
            <a:off x="479990" y="795791"/>
            <a:ext cx="71761" cy="71761"/>
          </a:xfrm>
          <a:prstGeom prst="ellipse">
            <a:avLst/>
          </a:prstGeom>
          <a:solidFill>
            <a:srgbClr val="FFECBE">
              <a:alpha val="8956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5" name="楕円 154">
            <a:extLst>
              <a:ext uri="{FF2B5EF4-FFF2-40B4-BE49-F238E27FC236}">
                <a16:creationId xmlns:a16="http://schemas.microsoft.com/office/drawing/2014/main" id="{211DF95E-F9DC-50F9-DE74-5984D04E62B9}"/>
              </a:ext>
            </a:extLst>
          </p:cNvPr>
          <p:cNvSpPr/>
          <p:nvPr/>
        </p:nvSpPr>
        <p:spPr>
          <a:xfrm>
            <a:off x="16066226" y="4656956"/>
            <a:ext cx="19088" cy="19090"/>
          </a:xfrm>
          <a:prstGeom prst="ellipse">
            <a:avLst/>
          </a:prstGeom>
          <a:solidFill>
            <a:srgbClr val="BED2FF">
              <a:alpha val="7863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6" name="楕円 155">
            <a:extLst>
              <a:ext uri="{FF2B5EF4-FFF2-40B4-BE49-F238E27FC236}">
                <a16:creationId xmlns:a16="http://schemas.microsoft.com/office/drawing/2014/main" id="{2A4673A6-6987-BC87-F625-AA693F9DCCE2}"/>
              </a:ext>
            </a:extLst>
          </p:cNvPr>
          <p:cNvSpPr/>
          <p:nvPr/>
        </p:nvSpPr>
        <p:spPr>
          <a:xfrm>
            <a:off x="12146100" y="10147174"/>
            <a:ext cx="19409" cy="19409"/>
          </a:xfrm>
          <a:prstGeom prst="ellipse">
            <a:avLst/>
          </a:prstGeom>
          <a:solidFill>
            <a:srgbClr val="FFFFFF">
              <a:alpha val="9501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873B3369-C4B6-051E-12A5-1BA699FB16CE}"/>
              </a:ext>
            </a:extLst>
          </p:cNvPr>
          <p:cNvSpPr/>
          <p:nvPr/>
        </p:nvSpPr>
        <p:spPr>
          <a:xfrm>
            <a:off x="14165759" y="1654676"/>
            <a:ext cx="22167" cy="22168"/>
          </a:xfrm>
          <a:prstGeom prst="ellipse">
            <a:avLst/>
          </a:prstGeom>
          <a:solidFill>
            <a:srgbClr val="FFECBE">
              <a:alpha val="7325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E76205BD-484A-C5E8-997E-F65487BA9F03}"/>
              </a:ext>
            </a:extLst>
          </p:cNvPr>
          <p:cNvSpPr/>
          <p:nvPr/>
        </p:nvSpPr>
        <p:spPr>
          <a:xfrm>
            <a:off x="8049119" y="4892810"/>
            <a:ext cx="86166" cy="86166"/>
          </a:xfrm>
          <a:prstGeom prst="ellipse">
            <a:avLst/>
          </a:prstGeom>
          <a:solidFill>
            <a:srgbClr val="FFFFFF">
              <a:alpha val="5690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0A7EA2C9-45A3-59A5-AACE-111D2912A22F}"/>
              </a:ext>
            </a:extLst>
          </p:cNvPr>
          <p:cNvSpPr/>
          <p:nvPr/>
        </p:nvSpPr>
        <p:spPr>
          <a:xfrm>
            <a:off x="4464803" y="4306573"/>
            <a:ext cx="45251" cy="45251"/>
          </a:xfrm>
          <a:prstGeom prst="ellipse">
            <a:avLst/>
          </a:prstGeom>
          <a:solidFill>
            <a:srgbClr val="FFFFFF">
              <a:alpha val="6293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0D4DFE0A-A0D2-6F5A-C1B9-0B9748E4A903}"/>
              </a:ext>
            </a:extLst>
          </p:cNvPr>
          <p:cNvSpPr/>
          <p:nvPr/>
        </p:nvSpPr>
        <p:spPr>
          <a:xfrm>
            <a:off x="14884721" y="11009693"/>
            <a:ext cx="40912" cy="40913"/>
          </a:xfrm>
          <a:prstGeom prst="ellipse">
            <a:avLst/>
          </a:prstGeom>
          <a:solidFill>
            <a:srgbClr val="FFFFFF">
              <a:alpha val="7163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6456541A-1902-791B-6C77-4CA345371164}"/>
              </a:ext>
            </a:extLst>
          </p:cNvPr>
          <p:cNvSpPr/>
          <p:nvPr/>
        </p:nvSpPr>
        <p:spPr>
          <a:xfrm>
            <a:off x="11046092" y="7404215"/>
            <a:ext cx="18441" cy="18440"/>
          </a:xfrm>
          <a:prstGeom prst="ellipse">
            <a:avLst/>
          </a:prstGeom>
          <a:solidFill>
            <a:srgbClr val="FFFFFF">
              <a:alpha val="6214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93F6D207-D777-A3C8-CE24-68AE6D0C7527}"/>
              </a:ext>
            </a:extLst>
          </p:cNvPr>
          <p:cNvSpPr/>
          <p:nvPr/>
        </p:nvSpPr>
        <p:spPr>
          <a:xfrm>
            <a:off x="3175401" y="694972"/>
            <a:ext cx="20973" cy="20973"/>
          </a:xfrm>
          <a:prstGeom prst="ellipse">
            <a:avLst/>
          </a:prstGeom>
          <a:solidFill>
            <a:srgbClr val="FFD6EB">
              <a:alpha val="8452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2675E63C-9F73-B4C7-5CEF-7480BE5C7D0E}"/>
              </a:ext>
            </a:extLst>
          </p:cNvPr>
          <p:cNvSpPr/>
          <p:nvPr/>
        </p:nvSpPr>
        <p:spPr>
          <a:xfrm>
            <a:off x="10816235" y="1768477"/>
            <a:ext cx="34080" cy="34080"/>
          </a:xfrm>
          <a:prstGeom prst="ellipse">
            <a:avLst/>
          </a:prstGeom>
          <a:solidFill>
            <a:srgbClr val="FFECBE">
              <a:alpha val="5461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9E0C347-B7E1-C674-AAC6-D979827B7522}"/>
              </a:ext>
            </a:extLst>
          </p:cNvPr>
          <p:cNvSpPr/>
          <p:nvPr/>
        </p:nvSpPr>
        <p:spPr>
          <a:xfrm>
            <a:off x="16590384" y="6251987"/>
            <a:ext cx="23523" cy="23522"/>
          </a:xfrm>
          <a:prstGeom prst="ellipse">
            <a:avLst/>
          </a:prstGeom>
          <a:solidFill>
            <a:srgbClr val="FFD6EB">
              <a:alpha val="6097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425BFEC2-72BA-ECF4-25D0-E3682247713C}"/>
              </a:ext>
            </a:extLst>
          </p:cNvPr>
          <p:cNvSpPr/>
          <p:nvPr/>
        </p:nvSpPr>
        <p:spPr>
          <a:xfrm>
            <a:off x="11041574" y="1337493"/>
            <a:ext cx="46027" cy="46027"/>
          </a:xfrm>
          <a:prstGeom prst="ellipse">
            <a:avLst/>
          </a:prstGeom>
          <a:solidFill>
            <a:srgbClr val="BED2FF">
              <a:alpha val="5005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6" name="楕円 165">
            <a:extLst>
              <a:ext uri="{FF2B5EF4-FFF2-40B4-BE49-F238E27FC236}">
                <a16:creationId xmlns:a16="http://schemas.microsoft.com/office/drawing/2014/main" id="{C7E24C48-315B-9F00-29BD-63DA6DC47DB3}"/>
              </a:ext>
            </a:extLst>
          </p:cNvPr>
          <p:cNvSpPr/>
          <p:nvPr/>
        </p:nvSpPr>
        <p:spPr>
          <a:xfrm>
            <a:off x="6353249" y="8926883"/>
            <a:ext cx="18074" cy="18073"/>
          </a:xfrm>
          <a:prstGeom prst="ellipse">
            <a:avLst/>
          </a:prstGeom>
          <a:solidFill>
            <a:srgbClr val="FFD6EB">
              <a:alpha val="6348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7" name="楕円 166">
            <a:extLst>
              <a:ext uri="{FF2B5EF4-FFF2-40B4-BE49-F238E27FC236}">
                <a16:creationId xmlns:a16="http://schemas.microsoft.com/office/drawing/2014/main" id="{8A9BAE86-5239-EAA0-FA46-F07FB3A2E12B}"/>
              </a:ext>
            </a:extLst>
          </p:cNvPr>
          <p:cNvSpPr/>
          <p:nvPr/>
        </p:nvSpPr>
        <p:spPr>
          <a:xfrm>
            <a:off x="12354316" y="2787763"/>
            <a:ext cx="18063" cy="18062"/>
          </a:xfrm>
          <a:prstGeom prst="ellipse">
            <a:avLst/>
          </a:prstGeom>
          <a:solidFill>
            <a:srgbClr val="BED2FF">
              <a:alpha val="7085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8" name="楕円 167">
            <a:extLst>
              <a:ext uri="{FF2B5EF4-FFF2-40B4-BE49-F238E27FC236}">
                <a16:creationId xmlns:a16="http://schemas.microsoft.com/office/drawing/2014/main" id="{E43CD6BD-7F3A-36EB-2C92-FE318D7C3997}"/>
              </a:ext>
            </a:extLst>
          </p:cNvPr>
          <p:cNvSpPr/>
          <p:nvPr/>
        </p:nvSpPr>
        <p:spPr>
          <a:xfrm>
            <a:off x="20344350" y="526316"/>
            <a:ext cx="18412" cy="18411"/>
          </a:xfrm>
          <a:prstGeom prst="ellipse">
            <a:avLst/>
          </a:prstGeom>
          <a:solidFill>
            <a:srgbClr val="BED2FF">
              <a:alpha val="8069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9" name="楕円 168">
            <a:extLst>
              <a:ext uri="{FF2B5EF4-FFF2-40B4-BE49-F238E27FC236}">
                <a16:creationId xmlns:a16="http://schemas.microsoft.com/office/drawing/2014/main" id="{17E636B7-4F2E-30F7-5E19-FDCBB3102304}"/>
              </a:ext>
            </a:extLst>
          </p:cNvPr>
          <p:cNvSpPr/>
          <p:nvPr/>
        </p:nvSpPr>
        <p:spPr>
          <a:xfrm>
            <a:off x="5941112" y="1980626"/>
            <a:ext cx="18749" cy="18750"/>
          </a:xfrm>
          <a:prstGeom prst="ellipse">
            <a:avLst/>
          </a:prstGeom>
          <a:solidFill>
            <a:srgbClr val="FFD6EB">
              <a:alpha val="8223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0" name="楕円 169">
            <a:extLst>
              <a:ext uri="{FF2B5EF4-FFF2-40B4-BE49-F238E27FC236}">
                <a16:creationId xmlns:a16="http://schemas.microsoft.com/office/drawing/2014/main" id="{E3D0FEE8-A304-D72F-026F-336AFE0FFB10}"/>
              </a:ext>
            </a:extLst>
          </p:cNvPr>
          <p:cNvSpPr/>
          <p:nvPr/>
        </p:nvSpPr>
        <p:spPr>
          <a:xfrm>
            <a:off x="21218331" y="10163766"/>
            <a:ext cx="19334" cy="19335"/>
          </a:xfrm>
          <a:prstGeom prst="ellipse">
            <a:avLst/>
          </a:prstGeom>
          <a:solidFill>
            <a:srgbClr val="FFFFFF">
              <a:alpha val="5175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1" name="楕円 170">
            <a:extLst>
              <a:ext uri="{FF2B5EF4-FFF2-40B4-BE49-F238E27FC236}">
                <a16:creationId xmlns:a16="http://schemas.microsoft.com/office/drawing/2014/main" id="{3D9493A3-52B2-A710-3B84-FBF87BB13631}"/>
              </a:ext>
            </a:extLst>
          </p:cNvPr>
          <p:cNvSpPr/>
          <p:nvPr/>
        </p:nvSpPr>
        <p:spPr>
          <a:xfrm>
            <a:off x="1658120" y="6569746"/>
            <a:ext cx="64306" cy="64306"/>
          </a:xfrm>
          <a:prstGeom prst="ellipse">
            <a:avLst/>
          </a:prstGeom>
          <a:solidFill>
            <a:srgbClr val="FFECBE">
              <a:alpha val="9750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2" name="楕円 171">
            <a:extLst>
              <a:ext uri="{FF2B5EF4-FFF2-40B4-BE49-F238E27FC236}">
                <a16:creationId xmlns:a16="http://schemas.microsoft.com/office/drawing/2014/main" id="{9D39C5B0-CFAD-9A5F-DF0F-431FC2BC36AE}"/>
              </a:ext>
            </a:extLst>
          </p:cNvPr>
          <p:cNvSpPr/>
          <p:nvPr/>
        </p:nvSpPr>
        <p:spPr>
          <a:xfrm>
            <a:off x="7337079" y="298965"/>
            <a:ext cx="32192" cy="32192"/>
          </a:xfrm>
          <a:prstGeom prst="ellipse">
            <a:avLst/>
          </a:prstGeom>
          <a:solidFill>
            <a:srgbClr val="FFFFFF">
              <a:alpha val="7702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3" name="楕円 172">
            <a:extLst>
              <a:ext uri="{FF2B5EF4-FFF2-40B4-BE49-F238E27FC236}">
                <a16:creationId xmlns:a16="http://schemas.microsoft.com/office/drawing/2014/main" id="{86BD0DBD-9FBF-364B-A1DA-AD2B7099B3E4}"/>
              </a:ext>
            </a:extLst>
          </p:cNvPr>
          <p:cNvSpPr/>
          <p:nvPr/>
        </p:nvSpPr>
        <p:spPr>
          <a:xfrm>
            <a:off x="6790192" y="215562"/>
            <a:ext cx="22329" cy="22329"/>
          </a:xfrm>
          <a:prstGeom prst="ellipse">
            <a:avLst/>
          </a:prstGeom>
          <a:solidFill>
            <a:srgbClr val="FFFFFF">
              <a:alpha val="6342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4" name="楕円 173">
            <a:extLst>
              <a:ext uri="{FF2B5EF4-FFF2-40B4-BE49-F238E27FC236}">
                <a16:creationId xmlns:a16="http://schemas.microsoft.com/office/drawing/2014/main" id="{19378911-B972-9C03-6927-76D2F5AEC982}"/>
              </a:ext>
            </a:extLst>
          </p:cNvPr>
          <p:cNvSpPr/>
          <p:nvPr/>
        </p:nvSpPr>
        <p:spPr>
          <a:xfrm>
            <a:off x="4075071" y="1227468"/>
            <a:ext cx="18002" cy="18002"/>
          </a:xfrm>
          <a:prstGeom prst="ellipse">
            <a:avLst/>
          </a:prstGeom>
          <a:solidFill>
            <a:srgbClr val="FFD6EB">
              <a:alpha val="5220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5" name="楕円 174">
            <a:extLst>
              <a:ext uri="{FF2B5EF4-FFF2-40B4-BE49-F238E27FC236}">
                <a16:creationId xmlns:a16="http://schemas.microsoft.com/office/drawing/2014/main" id="{8CADEE6C-A97D-7DB0-28A2-FE6C96886D4B}"/>
              </a:ext>
            </a:extLst>
          </p:cNvPr>
          <p:cNvSpPr/>
          <p:nvPr/>
        </p:nvSpPr>
        <p:spPr>
          <a:xfrm>
            <a:off x="14875325" y="26587121"/>
            <a:ext cx="49195" cy="49194"/>
          </a:xfrm>
          <a:prstGeom prst="ellipse">
            <a:avLst/>
          </a:prstGeom>
          <a:solidFill>
            <a:srgbClr val="FFECBE">
              <a:alpha val="3488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6" name="楕円 175">
            <a:extLst>
              <a:ext uri="{FF2B5EF4-FFF2-40B4-BE49-F238E27FC236}">
                <a16:creationId xmlns:a16="http://schemas.microsoft.com/office/drawing/2014/main" id="{2725887D-3A99-25EE-A420-5C24CC91D529}"/>
              </a:ext>
            </a:extLst>
          </p:cNvPr>
          <p:cNvSpPr/>
          <p:nvPr/>
        </p:nvSpPr>
        <p:spPr>
          <a:xfrm>
            <a:off x="5956359" y="23144637"/>
            <a:ext cx="51399" cy="51400"/>
          </a:xfrm>
          <a:prstGeom prst="ellipse">
            <a:avLst/>
          </a:prstGeom>
          <a:solidFill>
            <a:srgbClr val="FFECBE">
              <a:alpha val="5969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7" name="楕円 176">
            <a:extLst>
              <a:ext uri="{FF2B5EF4-FFF2-40B4-BE49-F238E27FC236}">
                <a16:creationId xmlns:a16="http://schemas.microsoft.com/office/drawing/2014/main" id="{8DEADA4E-79D5-7F32-DEE9-3195518C7945}"/>
              </a:ext>
            </a:extLst>
          </p:cNvPr>
          <p:cNvSpPr/>
          <p:nvPr/>
        </p:nvSpPr>
        <p:spPr>
          <a:xfrm>
            <a:off x="7922268" y="27589367"/>
            <a:ext cx="54731" cy="54732"/>
          </a:xfrm>
          <a:prstGeom prst="ellipse">
            <a:avLst/>
          </a:prstGeom>
          <a:solidFill>
            <a:srgbClr val="FFD6EB">
              <a:alpha val="2743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8" name="楕円 177">
            <a:extLst>
              <a:ext uri="{FF2B5EF4-FFF2-40B4-BE49-F238E27FC236}">
                <a16:creationId xmlns:a16="http://schemas.microsoft.com/office/drawing/2014/main" id="{0CA15D7A-CB40-A258-6ECC-2C3BCACC556E}"/>
              </a:ext>
            </a:extLst>
          </p:cNvPr>
          <p:cNvSpPr/>
          <p:nvPr/>
        </p:nvSpPr>
        <p:spPr>
          <a:xfrm>
            <a:off x="19916529" y="26679478"/>
            <a:ext cx="48046" cy="48047"/>
          </a:xfrm>
          <a:prstGeom prst="ellipse">
            <a:avLst/>
          </a:prstGeom>
          <a:solidFill>
            <a:srgbClr val="FFECBE">
              <a:alpha val="4805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9" name="楕円 178">
            <a:extLst>
              <a:ext uri="{FF2B5EF4-FFF2-40B4-BE49-F238E27FC236}">
                <a16:creationId xmlns:a16="http://schemas.microsoft.com/office/drawing/2014/main" id="{97E0EB35-4B65-E0E0-3793-D5112104AF98}"/>
              </a:ext>
            </a:extLst>
          </p:cNvPr>
          <p:cNvSpPr/>
          <p:nvPr/>
        </p:nvSpPr>
        <p:spPr>
          <a:xfrm>
            <a:off x="19230332" y="27164302"/>
            <a:ext cx="58381" cy="58381"/>
          </a:xfrm>
          <a:prstGeom prst="ellipse">
            <a:avLst/>
          </a:prstGeom>
          <a:solidFill>
            <a:srgbClr val="FFFFFF">
              <a:alpha val="5660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0" name="楕円 179">
            <a:extLst>
              <a:ext uri="{FF2B5EF4-FFF2-40B4-BE49-F238E27FC236}">
                <a16:creationId xmlns:a16="http://schemas.microsoft.com/office/drawing/2014/main" id="{B3EC7E55-8D61-0FEA-4B08-C99402292492}"/>
              </a:ext>
            </a:extLst>
          </p:cNvPr>
          <p:cNvSpPr/>
          <p:nvPr/>
        </p:nvSpPr>
        <p:spPr>
          <a:xfrm>
            <a:off x="5107680" y="29689000"/>
            <a:ext cx="22260" cy="22259"/>
          </a:xfrm>
          <a:prstGeom prst="ellipse">
            <a:avLst/>
          </a:prstGeom>
          <a:solidFill>
            <a:srgbClr val="FFFFFF">
              <a:alpha val="5178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1" name="楕円 180">
            <a:extLst>
              <a:ext uri="{FF2B5EF4-FFF2-40B4-BE49-F238E27FC236}">
                <a16:creationId xmlns:a16="http://schemas.microsoft.com/office/drawing/2014/main" id="{07ABCF74-7026-F12D-A3D9-8FE8CC2A9BFB}"/>
              </a:ext>
            </a:extLst>
          </p:cNvPr>
          <p:cNvSpPr/>
          <p:nvPr/>
        </p:nvSpPr>
        <p:spPr>
          <a:xfrm>
            <a:off x="17793419" y="29574632"/>
            <a:ext cx="31856" cy="31855"/>
          </a:xfrm>
          <a:prstGeom prst="ellipse">
            <a:avLst/>
          </a:prstGeom>
          <a:solidFill>
            <a:srgbClr val="FFECBE">
              <a:alpha val="4659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2" name="楕円 181">
            <a:extLst>
              <a:ext uri="{FF2B5EF4-FFF2-40B4-BE49-F238E27FC236}">
                <a16:creationId xmlns:a16="http://schemas.microsoft.com/office/drawing/2014/main" id="{FD4C3996-CD51-A232-99A9-50F0088F1050}"/>
              </a:ext>
            </a:extLst>
          </p:cNvPr>
          <p:cNvSpPr/>
          <p:nvPr/>
        </p:nvSpPr>
        <p:spPr>
          <a:xfrm>
            <a:off x="12448826" y="29672083"/>
            <a:ext cx="34879" cy="34879"/>
          </a:xfrm>
          <a:prstGeom prst="ellipse">
            <a:avLst/>
          </a:prstGeom>
          <a:solidFill>
            <a:srgbClr val="FFD6EB">
              <a:alpha val="2148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3" name="楕円 182">
            <a:extLst>
              <a:ext uri="{FF2B5EF4-FFF2-40B4-BE49-F238E27FC236}">
                <a16:creationId xmlns:a16="http://schemas.microsoft.com/office/drawing/2014/main" id="{9ADDED40-6BEC-8CBD-25D9-79A369463BB8}"/>
              </a:ext>
            </a:extLst>
          </p:cNvPr>
          <p:cNvSpPr/>
          <p:nvPr/>
        </p:nvSpPr>
        <p:spPr>
          <a:xfrm>
            <a:off x="6951989" y="25027651"/>
            <a:ext cx="28166" cy="28167"/>
          </a:xfrm>
          <a:prstGeom prst="ellipse">
            <a:avLst/>
          </a:prstGeom>
          <a:solidFill>
            <a:srgbClr val="FFFFFF">
              <a:alpha val="5560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4" name="楕円 183">
            <a:extLst>
              <a:ext uri="{FF2B5EF4-FFF2-40B4-BE49-F238E27FC236}">
                <a16:creationId xmlns:a16="http://schemas.microsoft.com/office/drawing/2014/main" id="{0DE95DAB-AB88-D1C8-F289-259F66E1D49D}"/>
              </a:ext>
            </a:extLst>
          </p:cNvPr>
          <p:cNvSpPr/>
          <p:nvPr/>
        </p:nvSpPr>
        <p:spPr>
          <a:xfrm>
            <a:off x="14576516" y="24382292"/>
            <a:ext cx="31879" cy="31878"/>
          </a:xfrm>
          <a:prstGeom prst="ellipse">
            <a:avLst/>
          </a:prstGeom>
          <a:solidFill>
            <a:srgbClr val="FFECBE">
              <a:alpha val="2005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5" name="楕円 184">
            <a:extLst>
              <a:ext uri="{FF2B5EF4-FFF2-40B4-BE49-F238E27FC236}">
                <a16:creationId xmlns:a16="http://schemas.microsoft.com/office/drawing/2014/main" id="{8BFBAC22-3838-6E51-CE1C-309CC1AE443A}"/>
              </a:ext>
            </a:extLst>
          </p:cNvPr>
          <p:cNvSpPr/>
          <p:nvPr/>
        </p:nvSpPr>
        <p:spPr>
          <a:xfrm>
            <a:off x="14566517" y="26362248"/>
            <a:ext cx="41908" cy="41908"/>
          </a:xfrm>
          <a:prstGeom prst="ellipse">
            <a:avLst/>
          </a:prstGeom>
          <a:solidFill>
            <a:srgbClr val="BED2FF">
              <a:alpha val="5723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6" name="楕円 185">
            <a:extLst>
              <a:ext uri="{FF2B5EF4-FFF2-40B4-BE49-F238E27FC236}">
                <a16:creationId xmlns:a16="http://schemas.microsoft.com/office/drawing/2014/main" id="{C8ED7666-44F4-68D0-C7FB-05E067F491D9}"/>
              </a:ext>
            </a:extLst>
          </p:cNvPr>
          <p:cNvSpPr/>
          <p:nvPr/>
        </p:nvSpPr>
        <p:spPr>
          <a:xfrm>
            <a:off x="2542972" y="27060410"/>
            <a:ext cx="42156" cy="42156"/>
          </a:xfrm>
          <a:prstGeom prst="ellipse">
            <a:avLst/>
          </a:prstGeom>
          <a:solidFill>
            <a:srgbClr val="FFECBE">
              <a:alpha val="4685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7" name="楕円 186">
            <a:extLst>
              <a:ext uri="{FF2B5EF4-FFF2-40B4-BE49-F238E27FC236}">
                <a16:creationId xmlns:a16="http://schemas.microsoft.com/office/drawing/2014/main" id="{33323DD4-F507-3499-787E-F6BE3C5088FB}"/>
              </a:ext>
            </a:extLst>
          </p:cNvPr>
          <p:cNvSpPr/>
          <p:nvPr/>
        </p:nvSpPr>
        <p:spPr>
          <a:xfrm>
            <a:off x="7563124" y="29637989"/>
            <a:ext cx="44687" cy="44686"/>
          </a:xfrm>
          <a:prstGeom prst="ellipse">
            <a:avLst/>
          </a:prstGeom>
          <a:solidFill>
            <a:srgbClr val="FFFFFF">
              <a:alpha val="5133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8" name="楕円 187">
            <a:extLst>
              <a:ext uri="{FF2B5EF4-FFF2-40B4-BE49-F238E27FC236}">
                <a16:creationId xmlns:a16="http://schemas.microsoft.com/office/drawing/2014/main" id="{A3BAFC72-EE26-D8C7-1B8B-DCAD2D61D440}"/>
              </a:ext>
            </a:extLst>
          </p:cNvPr>
          <p:cNvSpPr/>
          <p:nvPr/>
        </p:nvSpPr>
        <p:spPr>
          <a:xfrm>
            <a:off x="9856611" y="25285629"/>
            <a:ext cx="43712" cy="43712"/>
          </a:xfrm>
          <a:prstGeom prst="ellipse">
            <a:avLst/>
          </a:prstGeom>
          <a:solidFill>
            <a:srgbClr val="BED2FF">
              <a:alpha val="5658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9" name="楕円 188">
            <a:extLst>
              <a:ext uri="{FF2B5EF4-FFF2-40B4-BE49-F238E27FC236}">
                <a16:creationId xmlns:a16="http://schemas.microsoft.com/office/drawing/2014/main" id="{56A4AFBC-C7A1-61D1-73DC-EE6B5B797AC6}"/>
              </a:ext>
            </a:extLst>
          </p:cNvPr>
          <p:cNvSpPr/>
          <p:nvPr/>
        </p:nvSpPr>
        <p:spPr>
          <a:xfrm>
            <a:off x="164411" y="23863261"/>
            <a:ext cx="54117" cy="54116"/>
          </a:xfrm>
          <a:prstGeom prst="ellipse">
            <a:avLst/>
          </a:prstGeom>
          <a:solidFill>
            <a:srgbClr val="BED2FF">
              <a:alpha val="1434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0" name="楕円 189">
            <a:extLst>
              <a:ext uri="{FF2B5EF4-FFF2-40B4-BE49-F238E27FC236}">
                <a16:creationId xmlns:a16="http://schemas.microsoft.com/office/drawing/2014/main" id="{EE8721CB-0F94-78C3-E378-98E21624F391}"/>
              </a:ext>
            </a:extLst>
          </p:cNvPr>
          <p:cNvSpPr/>
          <p:nvPr/>
        </p:nvSpPr>
        <p:spPr>
          <a:xfrm>
            <a:off x="13289091" y="25473741"/>
            <a:ext cx="50563" cy="50563"/>
          </a:xfrm>
          <a:prstGeom prst="ellipse">
            <a:avLst/>
          </a:prstGeom>
          <a:solidFill>
            <a:srgbClr val="FFFFFF">
              <a:alpha val="40722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1" name="楕円 190">
            <a:extLst>
              <a:ext uri="{FF2B5EF4-FFF2-40B4-BE49-F238E27FC236}">
                <a16:creationId xmlns:a16="http://schemas.microsoft.com/office/drawing/2014/main" id="{3A0ED704-DBF1-CBBD-720E-C9055BC07E65}"/>
              </a:ext>
            </a:extLst>
          </p:cNvPr>
          <p:cNvSpPr/>
          <p:nvPr/>
        </p:nvSpPr>
        <p:spPr>
          <a:xfrm>
            <a:off x="1060883" y="27363074"/>
            <a:ext cx="47958" cy="47957"/>
          </a:xfrm>
          <a:prstGeom prst="ellipse">
            <a:avLst/>
          </a:prstGeom>
          <a:solidFill>
            <a:srgbClr val="FFECBE">
              <a:alpha val="3589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2" name="楕円 191">
            <a:extLst>
              <a:ext uri="{FF2B5EF4-FFF2-40B4-BE49-F238E27FC236}">
                <a16:creationId xmlns:a16="http://schemas.microsoft.com/office/drawing/2014/main" id="{2C516C31-ECB7-4F45-56C5-9E926E83C41F}"/>
              </a:ext>
            </a:extLst>
          </p:cNvPr>
          <p:cNvSpPr/>
          <p:nvPr/>
        </p:nvSpPr>
        <p:spPr>
          <a:xfrm>
            <a:off x="7856231" y="25582070"/>
            <a:ext cx="47598" cy="47598"/>
          </a:xfrm>
          <a:prstGeom prst="ellipse">
            <a:avLst/>
          </a:prstGeom>
          <a:solidFill>
            <a:srgbClr val="FFFFFF">
              <a:alpha val="5258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3" name="楕円 192">
            <a:extLst>
              <a:ext uri="{FF2B5EF4-FFF2-40B4-BE49-F238E27FC236}">
                <a16:creationId xmlns:a16="http://schemas.microsoft.com/office/drawing/2014/main" id="{27BB6B1D-F621-EAC9-88C5-B8332AED536D}"/>
              </a:ext>
            </a:extLst>
          </p:cNvPr>
          <p:cNvSpPr/>
          <p:nvPr/>
        </p:nvSpPr>
        <p:spPr>
          <a:xfrm>
            <a:off x="453123" y="25653589"/>
            <a:ext cx="19840" cy="19841"/>
          </a:xfrm>
          <a:prstGeom prst="ellipse">
            <a:avLst/>
          </a:prstGeom>
          <a:solidFill>
            <a:srgbClr val="BED2FF">
              <a:alpha val="3922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4" name="楕円 193">
            <a:extLst>
              <a:ext uri="{FF2B5EF4-FFF2-40B4-BE49-F238E27FC236}">
                <a16:creationId xmlns:a16="http://schemas.microsoft.com/office/drawing/2014/main" id="{BB3E75E6-C9F8-057C-9B57-019E95068D97}"/>
              </a:ext>
            </a:extLst>
          </p:cNvPr>
          <p:cNvSpPr/>
          <p:nvPr/>
        </p:nvSpPr>
        <p:spPr>
          <a:xfrm>
            <a:off x="8675826" y="27782180"/>
            <a:ext cx="23711" cy="23710"/>
          </a:xfrm>
          <a:prstGeom prst="ellipse">
            <a:avLst/>
          </a:prstGeom>
          <a:solidFill>
            <a:srgbClr val="FFFFFF">
              <a:alpha val="2870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5" name="楕円 194">
            <a:extLst>
              <a:ext uri="{FF2B5EF4-FFF2-40B4-BE49-F238E27FC236}">
                <a16:creationId xmlns:a16="http://schemas.microsoft.com/office/drawing/2014/main" id="{679D8A0C-229A-46CC-CC4F-2BDA83A90DF2}"/>
              </a:ext>
            </a:extLst>
          </p:cNvPr>
          <p:cNvSpPr/>
          <p:nvPr/>
        </p:nvSpPr>
        <p:spPr>
          <a:xfrm>
            <a:off x="7836107" y="27291010"/>
            <a:ext cx="43835" cy="43836"/>
          </a:xfrm>
          <a:prstGeom prst="ellipse">
            <a:avLst/>
          </a:prstGeom>
          <a:solidFill>
            <a:srgbClr val="FFECBE">
              <a:alpha val="20501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6" name="楕円 195">
            <a:extLst>
              <a:ext uri="{FF2B5EF4-FFF2-40B4-BE49-F238E27FC236}">
                <a16:creationId xmlns:a16="http://schemas.microsoft.com/office/drawing/2014/main" id="{E8EF54B3-A741-6BEF-989B-2AAAE62E11BA}"/>
              </a:ext>
            </a:extLst>
          </p:cNvPr>
          <p:cNvSpPr/>
          <p:nvPr/>
        </p:nvSpPr>
        <p:spPr>
          <a:xfrm>
            <a:off x="12034420" y="27536161"/>
            <a:ext cx="55199" cy="55200"/>
          </a:xfrm>
          <a:prstGeom prst="ellipse">
            <a:avLst/>
          </a:prstGeom>
          <a:solidFill>
            <a:srgbClr val="BED2FF">
              <a:alpha val="3836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7" name="楕円 196">
            <a:extLst>
              <a:ext uri="{FF2B5EF4-FFF2-40B4-BE49-F238E27FC236}">
                <a16:creationId xmlns:a16="http://schemas.microsoft.com/office/drawing/2014/main" id="{88418FFB-9ABA-B84F-1C78-04153E09AF40}"/>
              </a:ext>
            </a:extLst>
          </p:cNvPr>
          <p:cNvSpPr/>
          <p:nvPr/>
        </p:nvSpPr>
        <p:spPr>
          <a:xfrm>
            <a:off x="16625294" y="28834947"/>
            <a:ext cx="38911" cy="38909"/>
          </a:xfrm>
          <a:prstGeom prst="ellipse">
            <a:avLst/>
          </a:prstGeom>
          <a:solidFill>
            <a:srgbClr val="FFD6EB">
              <a:alpha val="4939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8" name="楕円 197">
            <a:extLst>
              <a:ext uri="{FF2B5EF4-FFF2-40B4-BE49-F238E27FC236}">
                <a16:creationId xmlns:a16="http://schemas.microsoft.com/office/drawing/2014/main" id="{76C96B78-8BCF-C846-6792-673116C7E491}"/>
              </a:ext>
            </a:extLst>
          </p:cNvPr>
          <p:cNvSpPr/>
          <p:nvPr/>
        </p:nvSpPr>
        <p:spPr>
          <a:xfrm>
            <a:off x="16044077" y="24652698"/>
            <a:ext cx="29286" cy="29287"/>
          </a:xfrm>
          <a:prstGeom prst="ellipse">
            <a:avLst/>
          </a:prstGeom>
          <a:solidFill>
            <a:srgbClr val="BED2FF">
              <a:alpha val="1975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9" name="楕円 198">
            <a:extLst>
              <a:ext uri="{FF2B5EF4-FFF2-40B4-BE49-F238E27FC236}">
                <a16:creationId xmlns:a16="http://schemas.microsoft.com/office/drawing/2014/main" id="{E91CFE3D-64F4-27CD-8CF4-BC3CA29DD8DE}"/>
              </a:ext>
            </a:extLst>
          </p:cNvPr>
          <p:cNvSpPr/>
          <p:nvPr/>
        </p:nvSpPr>
        <p:spPr>
          <a:xfrm>
            <a:off x="2240293" y="27556947"/>
            <a:ext cx="35082" cy="35084"/>
          </a:xfrm>
          <a:prstGeom prst="ellipse">
            <a:avLst/>
          </a:prstGeom>
          <a:solidFill>
            <a:srgbClr val="BED2FF">
              <a:alpha val="5766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0" name="楕円 199">
            <a:extLst>
              <a:ext uri="{FF2B5EF4-FFF2-40B4-BE49-F238E27FC236}">
                <a16:creationId xmlns:a16="http://schemas.microsoft.com/office/drawing/2014/main" id="{5B106A82-8EEE-40A4-BE02-A293592B4BA6}"/>
              </a:ext>
            </a:extLst>
          </p:cNvPr>
          <p:cNvSpPr/>
          <p:nvPr/>
        </p:nvSpPr>
        <p:spPr>
          <a:xfrm>
            <a:off x="13769473" y="23569456"/>
            <a:ext cx="28342" cy="28342"/>
          </a:xfrm>
          <a:prstGeom prst="ellipse">
            <a:avLst/>
          </a:prstGeom>
          <a:solidFill>
            <a:srgbClr val="FFECBE">
              <a:alpha val="3465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1" name="楕円 200">
            <a:extLst>
              <a:ext uri="{FF2B5EF4-FFF2-40B4-BE49-F238E27FC236}">
                <a16:creationId xmlns:a16="http://schemas.microsoft.com/office/drawing/2014/main" id="{4FD7864C-58DA-B947-E26D-64D0A8DF624C}"/>
              </a:ext>
            </a:extLst>
          </p:cNvPr>
          <p:cNvSpPr/>
          <p:nvPr/>
        </p:nvSpPr>
        <p:spPr>
          <a:xfrm>
            <a:off x="20553770" y="24522130"/>
            <a:ext cx="50231" cy="50231"/>
          </a:xfrm>
          <a:prstGeom prst="ellipse">
            <a:avLst/>
          </a:prstGeom>
          <a:solidFill>
            <a:srgbClr val="FFECBE">
              <a:alpha val="5909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2" name="楕円 201">
            <a:extLst>
              <a:ext uri="{FF2B5EF4-FFF2-40B4-BE49-F238E27FC236}">
                <a16:creationId xmlns:a16="http://schemas.microsoft.com/office/drawing/2014/main" id="{8D6E7EF5-5C57-B127-36AF-A6B25C53BFF6}"/>
              </a:ext>
            </a:extLst>
          </p:cNvPr>
          <p:cNvSpPr/>
          <p:nvPr/>
        </p:nvSpPr>
        <p:spPr>
          <a:xfrm>
            <a:off x="9761564" y="23064440"/>
            <a:ext cx="33406" cy="33406"/>
          </a:xfrm>
          <a:prstGeom prst="ellipse">
            <a:avLst/>
          </a:prstGeom>
          <a:solidFill>
            <a:srgbClr val="BED2FF">
              <a:alpha val="141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3" name="楕円 202">
            <a:extLst>
              <a:ext uri="{FF2B5EF4-FFF2-40B4-BE49-F238E27FC236}">
                <a16:creationId xmlns:a16="http://schemas.microsoft.com/office/drawing/2014/main" id="{8B8975B7-5054-3E9C-65D7-BFCE732188E6}"/>
              </a:ext>
            </a:extLst>
          </p:cNvPr>
          <p:cNvSpPr/>
          <p:nvPr/>
        </p:nvSpPr>
        <p:spPr>
          <a:xfrm>
            <a:off x="15798665" y="26576102"/>
            <a:ext cx="59590" cy="59590"/>
          </a:xfrm>
          <a:prstGeom prst="ellipse">
            <a:avLst/>
          </a:prstGeom>
          <a:solidFill>
            <a:srgbClr val="FFD6EB">
              <a:alpha val="41505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4" name="楕円 203">
            <a:extLst>
              <a:ext uri="{FF2B5EF4-FFF2-40B4-BE49-F238E27FC236}">
                <a16:creationId xmlns:a16="http://schemas.microsoft.com/office/drawing/2014/main" id="{0A61C062-C999-3218-B308-0487F2CDA803}"/>
              </a:ext>
            </a:extLst>
          </p:cNvPr>
          <p:cNvSpPr/>
          <p:nvPr/>
        </p:nvSpPr>
        <p:spPr>
          <a:xfrm>
            <a:off x="4567539" y="29367708"/>
            <a:ext cx="21458" cy="21456"/>
          </a:xfrm>
          <a:prstGeom prst="ellipse">
            <a:avLst/>
          </a:prstGeom>
          <a:solidFill>
            <a:srgbClr val="FFECBE">
              <a:alpha val="2677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5" name="楕円 204">
            <a:extLst>
              <a:ext uri="{FF2B5EF4-FFF2-40B4-BE49-F238E27FC236}">
                <a16:creationId xmlns:a16="http://schemas.microsoft.com/office/drawing/2014/main" id="{5AF92C6C-48DC-0C91-9AC3-18BD189CA379}"/>
              </a:ext>
            </a:extLst>
          </p:cNvPr>
          <p:cNvSpPr/>
          <p:nvPr/>
        </p:nvSpPr>
        <p:spPr>
          <a:xfrm>
            <a:off x="3834433" y="25892837"/>
            <a:ext cx="40080" cy="40079"/>
          </a:xfrm>
          <a:prstGeom prst="ellipse">
            <a:avLst/>
          </a:prstGeom>
          <a:solidFill>
            <a:srgbClr val="FFFFFF">
              <a:alpha val="33986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6" name="楕円 205">
            <a:extLst>
              <a:ext uri="{FF2B5EF4-FFF2-40B4-BE49-F238E27FC236}">
                <a16:creationId xmlns:a16="http://schemas.microsoft.com/office/drawing/2014/main" id="{72332CC2-10AA-F308-D79F-A68C51F416A0}"/>
              </a:ext>
            </a:extLst>
          </p:cNvPr>
          <p:cNvSpPr/>
          <p:nvPr/>
        </p:nvSpPr>
        <p:spPr>
          <a:xfrm>
            <a:off x="15765092" y="24456493"/>
            <a:ext cx="18997" cy="18998"/>
          </a:xfrm>
          <a:prstGeom prst="ellipse">
            <a:avLst/>
          </a:prstGeom>
          <a:solidFill>
            <a:srgbClr val="FFECBE">
              <a:alpha val="5272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7" name="楕円 206">
            <a:extLst>
              <a:ext uri="{FF2B5EF4-FFF2-40B4-BE49-F238E27FC236}">
                <a16:creationId xmlns:a16="http://schemas.microsoft.com/office/drawing/2014/main" id="{D776BFEE-6086-10E2-9EC2-C560B75A2DF9}"/>
              </a:ext>
            </a:extLst>
          </p:cNvPr>
          <p:cNvSpPr/>
          <p:nvPr/>
        </p:nvSpPr>
        <p:spPr>
          <a:xfrm>
            <a:off x="10425826" y="25818500"/>
            <a:ext cx="43241" cy="43241"/>
          </a:xfrm>
          <a:prstGeom prst="ellipse">
            <a:avLst/>
          </a:prstGeom>
          <a:solidFill>
            <a:srgbClr val="FFFFFF">
              <a:alpha val="36484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" name="楕円 207">
            <a:extLst>
              <a:ext uri="{FF2B5EF4-FFF2-40B4-BE49-F238E27FC236}">
                <a16:creationId xmlns:a16="http://schemas.microsoft.com/office/drawing/2014/main" id="{CB4EFC5E-200E-7C55-9FF3-34EF6FF6CD9F}"/>
              </a:ext>
            </a:extLst>
          </p:cNvPr>
          <p:cNvSpPr/>
          <p:nvPr/>
        </p:nvSpPr>
        <p:spPr>
          <a:xfrm>
            <a:off x="12158481" y="23472750"/>
            <a:ext cx="19502" cy="19503"/>
          </a:xfrm>
          <a:prstGeom prst="ellipse">
            <a:avLst/>
          </a:prstGeom>
          <a:solidFill>
            <a:srgbClr val="FFD6EB">
              <a:alpha val="2225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" name="楕円 208">
            <a:extLst>
              <a:ext uri="{FF2B5EF4-FFF2-40B4-BE49-F238E27FC236}">
                <a16:creationId xmlns:a16="http://schemas.microsoft.com/office/drawing/2014/main" id="{E9D5E370-065B-E429-04D2-598E48F3C0AA}"/>
              </a:ext>
            </a:extLst>
          </p:cNvPr>
          <p:cNvSpPr/>
          <p:nvPr/>
        </p:nvSpPr>
        <p:spPr>
          <a:xfrm>
            <a:off x="15912514" y="29275596"/>
            <a:ext cx="48016" cy="48016"/>
          </a:xfrm>
          <a:prstGeom prst="ellipse">
            <a:avLst/>
          </a:prstGeom>
          <a:solidFill>
            <a:srgbClr val="BED2FF">
              <a:alpha val="56769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0" name="楕円 209">
            <a:extLst>
              <a:ext uri="{FF2B5EF4-FFF2-40B4-BE49-F238E27FC236}">
                <a16:creationId xmlns:a16="http://schemas.microsoft.com/office/drawing/2014/main" id="{2C857C38-966B-8EEF-00FE-920113E34E5A}"/>
              </a:ext>
            </a:extLst>
          </p:cNvPr>
          <p:cNvSpPr/>
          <p:nvPr/>
        </p:nvSpPr>
        <p:spPr>
          <a:xfrm>
            <a:off x="13028552" y="27820221"/>
            <a:ext cx="45143" cy="45142"/>
          </a:xfrm>
          <a:prstGeom prst="ellipse">
            <a:avLst/>
          </a:prstGeom>
          <a:solidFill>
            <a:srgbClr val="FFFFFF">
              <a:alpha val="18373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1" name="楕円 210">
            <a:extLst>
              <a:ext uri="{FF2B5EF4-FFF2-40B4-BE49-F238E27FC236}">
                <a16:creationId xmlns:a16="http://schemas.microsoft.com/office/drawing/2014/main" id="{ECB79E0C-E446-775B-7566-155B2795BEB5}"/>
              </a:ext>
            </a:extLst>
          </p:cNvPr>
          <p:cNvSpPr/>
          <p:nvPr/>
        </p:nvSpPr>
        <p:spPr>
          <a:xfrm>
            <a:off x="16315017" y="30179953"/>
            <a:ext cx="54931" cy="54930"/>
          </a:xfrm>
          <a:prstGeom prst="ellipse">
            <a:avLst/>
          </a:prstGeom>
          <a:solidFill>
            <a:srgbClr val="BED2FF">
              <a:alpha val="4366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2" name="楕円 211">
            <a:extLst>
              <a:ext uri="{FF2B5EF4-FFF2-40B4-BE49-F238E27FC236}">
                <a16:creationId xmlns:a16="http://schemas.microsoft.com/office/drawing/2014/main" id="{ECC67346-92E4-B8BB-EDC5-FD8965BDE6FD}"/>
              </a:ext>
            </a:extLst>
          </p:cNvPr>
          <p:cNvSpPr/>
          <p:nvPr/>
        </p:nvSpPr>
        <p:spPr>
          <a:xfrm>
            <a:off x="12025707" y="28046542"/>
            <a:ext cx="41469" cy="41468"/>
          </a:xfrm>
          <a:prstGeom prst="ellipse">
            <a:avLst/>
          </a:prstGeom>
          <a:solidFill>
            <a:srgbClr val="FFD6EB">
              <a:alpha val="4598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3" name="楕円 212">
            <a:extLst>
              <a:ext uri="{FF2B5EF4-FFF2-40B4-BE49-F238E27FC236}">
                <a16:creationId xmlns:a16="http://schemas.microsoft.com/office/drawing/2014/main" id="{CB086BEA-15BD-90DB-1CB4-4ED4DCAA554F}"/>
              </a:ext>
            </a:extLst>
          </p:cNvPr>
          <p:cNvSpPr/>
          <p:nvPr/>
        </p:nvSpPr>
        <p:spPr>
          <a:xfrm>
            <a:off x="5532632" y="30104376"/>
            <a:ext cx="20870" cy="20870"/>
          </a:xfrm>
          <a:prstGeom prst="ellipse">
            <a:avLst/>
          </a:prstGeom>
          <a:solidFill>
            <a:srgbClr val="FFECBE">
              <a:alpha val="38528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4" name="楕円 213">
            <a:extLst>
              <a:ext uri="{FF2B5EF4-FFF2-40B4-BE49-F238E27FC236}">
                <a16:creationId xmlns:a16="http://schemas.microsoft.com/office/drawing/2014/main" id="{CC542ADB-9D44-7C99-1E43-3A4023182AE0}"/>
              </a:ext>
            </a:extLst>
          </p:cNvPr>
          <p:cNvSpPr/>
          <p:nvPr/>
        </p:nvSpPr>
        <p:spPr>
          <a:xfrm>
            <a:off x="7486959" y="29573962"/>
            <a:ext cx="50282" cy="50282"/>
          </a:xfrm>
          <a:prstGeom prst="ellipse">
            <a:avLst/>
          </a:prstGeom>
          <a:solidFill>
            <a:srgbClr val="FFECBE">
              <a:alpha val="19957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5" name="星: 4 pt 214">
            <a:extLst>
              <a:ext uri="{FF2B5EF4-FFF2-40B4-BE49-F238E27FC236}">
                <a16:creationId xmlns:a16="http://schemas.microsoft.com/office/drawing/2014/main" id="{8CA849FE-B2DE-978C-06C0-E0F3F47CA01B}"/>
              </a:ext>
            </a:extLst>
          </p:cNvPr>
          <p:cNvSpPr/>
          <p:nvPr/>
        </p:nvSpPr>
        <p:spPr>
          <a:xfrm>
            <a:off x="3544887" y="9093461"/>
            <a:ext cx="188598" cy="188599"/>
          </a:xfrm>
          <a:prstGeom prst="star4">
            <a:avLst>
              <a:gd name="adj" fmla="val 9000"/>
            </a:avLst>
          </a:prstGeom>
          <a:solidFill>
            <a:srgbClr val="FFECBE"/>
          </a:solidFill>
          <a:ln w="19050" cap="flat" cmpd="sng" algn="ctr">
            <a:noFill/>
            <a:prstDash val="solid"/>
            <a:miter lim="800000"/>
          </a:ln>
          <a:effectLst>
            <a:glow rad="84067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6" name="星: 4 pt 215">
            <a:extLst>
              <a:ext uri="{FF2B5EF4-FFF2-40B4-BE49-F238E27FC236}">
                <a16:creationId xmlns:a16="http://schemas.microsoft.com/office/drawing/2014/main" id="{493D1ABD-B226-ADA6-2AE4-09AE9EA5D521}"/>
              </a:ext>
            </a:extLst>
          </p:cNvPr>
          <p:cNvSpPr/>
          <p:nvPr/>
        </p:nvSpPr>
        <p:spPr>
          <a:xfrm>
            <a:off x="18998774" y="3399342"/>
            <a:ext cx="412089" cy="412089"/>
          </a:xfrm>
          <a:prstGeom prst="star4">
            <a:avLst>
              <a:gd name="adj" fmla="val 9000"/>
            </a:avLst>
          </a:prstGeom>
          <a:solidFill>
            <a:srgbClr val="BED2FF"/>
          </a:solidFill>
          <a:ln w="19050" cap="flat" cmpd="sng" algn="ctr">
            <a:noFill/>
            <a:prstDash val="solid"/>
            <a:miter lim="800000"/>
          </a:ln>
          <a:effectLst>
            <a:glow rad="123488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7" name="星: 4 pt 216">
            <a:extLst>
              <a:ext uri="{FF2B5EF4-FFF2-40B4-BE49-F238E27FC236}">
                <a16:creationId xmlns:a16="http://schemas.microsoft.com/office/drawing/2014/main" id="{DF0B3CA2-86CB-45D9-909F-EAB4D377D195}"/>
              </a:ext>
            </a:extLst>
          </p:cNvPr>
          <p:cNvSpPr/>
          <p:nvPr/>
        </p:nvSpPr>
        <p:spPr>
          <a:xfrm>
            <a:off x="3255128" y="9768743"/>
            <a:ext cx="182335" cy="182335"/>
          </a:xfrm>
          <a:prstGeom prst="star4">
            <a:avLst>
              <a:gd name="adj" fmla="val 9000"/>
            </a:avLst>
          </a:prstGeom>
          <a:solidFill>
            <a:srgbClr val="FFECBE"/>
          </a:solidFill>
          <a:ln w="19050" cap="flat" cmpd="sng" algn="ctr">
            <a:noFill/>
            <a:prstDash val="solid"/>
            <a:miter lim="800000"/>
          </a:ln>
          <a:effectLst>
            <a:glow rad="82962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8" name="星: 4 pt 217">
            <a:extLst>
              <a:ext uri="{FF2B5EF4-FFF2-40B4-BE49-F238E27FC236}">
                <a16:creationId xmlns:a16="http://schemas.microsoft.com/office/drawing/2014/main" id="{7831CBE1-2F55-C42B-5748-35015356B56D}"/>
              </a:ext>
            </a:extLst>
          </p:cNvPr>
          <p:cNvSpPr/>
          <p:nvPr/>
        </p:nvSpPr>
        <p:spPr>
          <a:xfrm>
            <a:off x="17025953" y="5013823"/>
            <a:ext cx="247997" cy="247997"/>
          </a:xfrm>
          <a:prstGeom prst="star4">
            <a:avLst>
              <a:gd name="adj" fmla="val 9000"/>
            </a:avLst>
          </a:prstGeom>
          <a:solidFill>
            <a:srgbClr val="FFECBE"/>
          </a:solidFill>
          <a:ln w="19050" cap="flat" cmpd="sng" algn="ctr">
            <a:noFill/>
            <a:prstDash val="solid"/>
            <a:miter lim="800000"/>
          </a:ln>
          <a:effectLst>
            <a:glow rad="94544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9" name="星: 4 pt 218">
            <a:extLst>
              <a:ext uri="{FF2B5EF4-FFF2-40B4-BE49-F238E27FC236}">
                <a16:creationId xmlns:a16="http://schemas.microsoft.com/office/drawing/2014/main" id="{6A9AB2D6-D255-5221-FBBD-C1D0D0240FB4}"/>
              </a:ext>
            </a:extLst>
          </p:cNvPr>
          <p:cNvSpPr/>
          <p:nvPr/>
        </p:nvSpPr>
        <p:spPr>
          <a:xfrm>
            <a:off x="11107906" y="10232496"/>
            <a:ext cx="549718" cy="549717"/>
          </a:xfrm>
          <a:prstGeom prst="star4">
            <a:avLst>
              <a:gd name="adj" fmla="val 9000"/>
            </a:avLst>
          </a:prstGeom>
          <a:solidFill>
            <a:srgbClr val="BED2FF"/>
          </a:solidFill>
          <a:ln w="19050" cap="flat" cmpd="sng" algn="ctr">
            <a:noFill/>
            <a:prstDash val="solid"/>
            <a:miter lim="800000"/>
          </a:ln>
          <a:effectLst>
            <a:glow rad="147764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0" name="星: 4 pt 219">
            <a:extLst>
              <a:ext uri="{FF2B5EF4-FFF2-40B4-BE49-F238E27FC236}">
                <a16:creationId xmlns:a16="http://schemas.microsoft.com/office/drawing/2014/main" id="{0D3731AC-83C6-BA27-14C0-AEC5F061CEF1}"/>
              </a:ext>
            </a:extLst>
          </p:cNvPr>
          <p:cNvSpPr/>
          <p:nvPr/>
        </p:nvSpPr>
        <p:spPr>
          <a:xfrm>
            <a:off x="18128132" y="5677393"/>
            <a:ext cx="185235" cy="185236"/>
          </a:xfrm>
          <a:prstGeom prst="star4">
            <a:avLst>
              <a:gd name="adj" fmla="val 9000"/>
            </a:avLst>
          </a:prstGeom>
          <a:solidFill>
            <a:srgbClr val="FFECBE"/>
          </a:solidFill>
          <a:ln w="19050" cap="flat" cmpd="sng" algn="ctr">
            <a:noFill/>
            <a:prstDash val="solid"/>
            <a:miter lim="800000"/>
          </a:ln>
          <a:effectLst>
            <a:glow rad="83474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1" name="星: 4 pt 220">
            <a:extLst>
              <a:ext uri="{FF2B5EF4-FFF2-40B4-BE49-F238E27FC236}">
                <a16:creationId xmlns:a16="http://schemas.microsoft.com/office/drawing/2014/main" id="{50466CC0-51EE-AB2D-15FE-16725C7F335D}"/>
              </a:ext>
            </a:extLst>
          </p:cNvPr>
          <p:cNvSpPr/>
          <p:nvPr/>
        </p:nvSpPr>
        <p:spPr>
          <a:xfrm>
            <a:off x="10362686" y="8081111"/>
            <a:ext cx="481736" cy="481735"/>
          </a:xfrm>
          <a:prstGeom prst="star4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glow rad="135773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2" name="星: 4 pt 221">
            <a:extLst>
              <a:ext uri="{FF2B5EF4-FFF2-40B4-BE49-F238E27FC236}">
                <a16:creationId xmlns:a16="http://schemas.microsoft.com/office/drawing/2014/main" id="{FFCE1850-EB32-AF6F-B33C-12B0620415BB}"/>
              </a:ext>
            </a:extLst>
          </p:cNvPr>
          <p:cNvSpPr/>
          <p:nvPr/>
        </p:nvSpPr>
        <p:spPr>
          <a:xfrm>
            <a:off x="5891757" y="7602718"/>
            <a:ext cx="408884" cy="408884"/>
          </a:xfrm>
          <a:prstGeom prst="star4">
            <a:avLst>
              <a:gd name="adj" fmla="val 9000"/>
            </a:avLst>
          </a:prstGeom>
          <a:solidFill>
            <a:srgbClr val="BED2FF"/>
          </a:solidFill>
          <a:ln w="19050" cap="flat" cmpd="sng" algn="ctr">
            <a:noFill/>
            <a:prstDash val="solid"/>
            <a:miter lim="800000"/>
          </a:ln>
          <a:effectLst>
            <a:glow rad="122923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3" name="星: 4 pt 222">
            <a:extLst>
              <a:ext uri="{FF2B5EF4-FFF2-40B4-BE49-F238E27FC236}">
                <a16:creationId xmlns:a16="http://schemas.microsoft.com/office/drawing/2014/main" id="{8F03B1FF-8E50-E404-07ED-3BFBC6D42504}"/>
              </a:ext>
            </a:extLst>
          </p:cNvPr>
          <p:cNvSpPr/>
          <p:nvPr/>
        </p:nvSpPr>
        <p:spPr>
          <a:xfrm>
            <a:off x="7072524" y="4381364"/>
            <a:ext cx="396346" cy="396346"/>
          </a:xfrm>
          <a:prstGeom prst="star4">
            <a:avLst>
              <a:gd name="adj" fmla="val 9000"/>
            </a:avLst>
          </a:prstGeom>
          <a:solidFill>
            <a:srgbClr val="BED2FF"/>
          </a:solidFill>
          <a:ln w="19050" cap="flat" cmpd="sng" algn="ctr">
            <a:noFill/>
            <a:prstDash val="solid"/>
            <a:miter lim="800000"/>
          </a:ln>
          <a:effectLst>
            <a:glow rad="120711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4" name="星: 4 pt 223">
            <a:extLst>
              <a:ext uri="{FF2B5EF4-FFF2-40B4-BE49-F238E27FC236}">
                <a16:creationId xmlns:a16="http://schemas.microsoft.com/office/drawing/2014/main" id="{250B9E31-9FDA-B50B-28D0-F833D53C2C3A}"/>
              </a:ext>
            </a:extLst>
          </p:cNvPr>
          <p:cNvSpPr/>
          <p:nvPr/>
        </p:nvSpPr>
        <p:spPr>
          <a:xfrm>
            <a:off x="17797608" y="2509057"/>
            <a:ext cx="404783" cy="404782"/>
          </a:xfrm>
          <a:prstGeom prst="star4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glow rad="122199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5" name="星: 4 pt 224">
            <a:extLst>
              <a:ext uri="{FF2B5EF4-FFF2-40B4-BE49-F238E27FC236}">
                <a16:creationId xmlns:a16="http://schemas.microsoft.com/office/drawing/2014/main" id="{922891A9-95D9-4CEA-973A-C075A5695C34}"/>
              </a:ext>
            </a:extLst>
          </p:cNvPr>
          <p:cNvSpPr/>
          <p:nvPr/>
        </p:nvSpPr>
        <p:spPr>
          <a:xfrm>
            <a:off x="17855293" y="9525426"/>
            <a:ext cx="256781" cy="256781"/>
          </a:xfrm>
          <a:prstGeom prst="star4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glow rad="96093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6" name="星: 4 pt 225">
            <a:extLst>
              <a:ext uri="{FF2B5EF4-FFF2-40B4-BE49-F238E27FC236}">
                <a16:creationId xmlns:a16="http://schemas.microsoft.com/office/drawing/2014/main" id="{766C339F-41CE-A017-3771-FF45FE8AD862}"/>
              </a:ext>
            </a:extLst>
          </p:cNvPr>
          <p:cNvSpPr/>
          <p:nvPr/>
        </p:nvSpPr>
        <p:spPr>
          <a:xfrm>
            <a:off x="4702922" y="7461592"/>
            <a:ext cx="192672" cy="192672"/>
          </a:xfrm>
          <a:prstGeom prst="star4">
            <a:avLst>
              <a:gd name="adj" fmla="val 9000"/>
            </a:avLst>
          </a:prstGeom>
          <a:solidFill>
            <a:srgbClr val="FFECBE"/>
          </a:solidFill>
          <a:ln w="19050" cap="flat" cmpd="sng" algn="ctr">
            <a:noFill/>
            <a:prstDash val="solid"/>
            <a:miter lim="800000"/>
          </a:ln>
          <a:effectLst>
            <a:glow rad="84785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7" name="星: 4 pt 226">
            <a:extLst>
              <a:ext uri="{FF2B5EF4-FFF2-40B4-BE49-F238E27FC236}">
                <a16:creationId xmlns:a16="http://schemas.microsoft.com/office/drawing/2014/main" id="{D1629A65-1BA8-A2CD-3958-948922E73149}"/>
              </a:ext>
            </a:extLst>
          </p:cNvPr>
          <p:cNvSpPr/>
          <p:nvPr/>
        </p:nvSpPr>
        <p:spPr>
          <a:xfrm>
            <a:off x="1103637" y="9889158"/>
            <a:ext cx="492595" cy="492595"/>
          </a:xfrm>
          <a:prstGeom prst="star4">
            <a:avLst>
              <a:gd name="adj" fmla="val 9000"/>
            </a:avLst>
          </a:prstGeom>
          <a:solidFill>
            <a:srgbClr val="BED2FF"/>
          </a:solidFill>
          <a:ln w="19050" cap="flat" cmpd="sng" algn="ctr">
            <a:noFill/>
            <a:prstDash val="solid"/>
            <a:miter lim="800000"/>
          </a:ln>
          <a:effectLst>
            <a:glow rad="137688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8" name="星: 4 pt 227">
            <a:extLst>
              <a:ext uri="{FF2B5EF4-FFF2-40B4-BE49-F238E27FC236}">
                <a16:creationId xmlns:a16="http://schemas.microsoft.com/office/drawing/2014/main" id="{7D0F8FEB-C341-2116-220A-BFE19F582522}"/>
              </a:ext>
            </a:extLst>
          </p:cNvPr>
          <p:cNvSpPr/>
          <p:nvPr/>
        </p:nvSpPr>
        <p:spPr>
          <a:xfrm>
            <a:off x="17677234" y="4137372"/>
            <a:ext cx="584831" cy="584832"/>
          </a:xfrm>
          <a:prstGeom prst="star4">
            <a:avLst>
              <a:gd name="adj" fmla="val 9000"/>
            </a:avLst>
          </a:prstGeom>
          <a:solidFill>
            <a:srgbClr val="FFECBE"/>
          </a:solidFill>
          <a:ln w="19050" cap="flat" cmpd="sng" algn="ctr">
            <a:noFill/>
            <a:prstDash val="solid"/>
            <a:miter lim="800000"/>
          </a:ln>
          <a:effectLst>
            <a:glow rad="153958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9" name="星: 4 pt 228">
            <a:extLst>
              <a:ext uri="{FF2B5EF4-FFF2-40B4-BE49-F238E27FC236}">
                <a16:creationId xmlns:a16="http://schemas.microsoft.com/office/drawing/2014/main" id="{1D82A976-312A-B2A9-B9B7-D598B1583481}"/>
              </a:ext>
            </a:extLst>
          </p:cNvPr>
          <p:cNvSpPr/>
          <p:nvPr/>
        </p:nvSpPr>
        <p:spPr>
          <a:xfrm>
            <a:off x="15466667" y="5187883"/>
            <a:ext cx="188404" cy="188404"/>
          </a:xfrm>
          <a:prstGeom prst="star4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glow rad="84032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0" name="星: 4 pt 229">
            <a:extLst>
              <a:ext uri="{FF2B5EF4-FFF2-40B4-BE49-F238E27FC236}">
                <a16:creationId xmlns:a16="http://schemas.microsoft.com/office/drawing/2014/main" id="{7EC28F40-A8E3-FB5D-58E0-B65E38520286}"/>
              </a:ext>
            </a:extLst>
          </p:cNvPr>
          <p:cNvSpPr/>
          <p:nvPr/>
        </p:nvSpPr>
        <p:spPr>
          <a:xfrm>
            <a:off x="10695730" y="4697387"/>
            <a:ext cx="313638" cy="313639"/>
          </a:xfrm>
          <a:prstGeom prst="star4">
            <a:avLst>
              <a:gd name="adj" fmla="val 9000"/>
            </a:avLst>
          </a:prstGeom>
          <a:solidFill>
            <a:srgbClr val="FFECBE"/>
          </a:solidFill>
          <a:ln w="19050" cap="flat" cmpd="sng" algn="ctr">
            <a:noFill/>
            <a:prstDash val="solid"/>
            <a:miter lim="800000"/>
          </a:ln>
          <a:effectLst>
            <a:glow rad="106122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1" name="星: 4 pt 230">
            <a:extLst>
              <a:ext uri="{FF2B5EF4-FFF2-40B4-BE49-F238E27FC236}">
                <a16:creationId xmlns:a16="http://schemas.microsoft.com/office/drawing/2014/main" id="{106B6295-E3C5-6E96-21C2-EE4B81F3E857}"/>
              </a:ext>
            </a:extLst>
          </p:cNvPr>
          <p:cNvSpPr/>
          <p:nvPr/>
        </p:nvSpPr>
        <p:spPr>
          <a:xfrm>
            <a:off x="4713099" y="1831322"/>
            <a:ext cx="206568" cy="206568"/>
          </a:xfrm>
          <a:prstGeom prst="star4">
            <a:avLst>
              <a:gd name="adj" fmla="val 9000"/>
            </a:avLst>
          </a:prstGeom>
          <a:solidFill>
            <a:srgbClr val="FFECBE"/>
          </a:solidFill>
          <a:ln w="19050" cap="flat" cmpd="sng" algn="ctr">
            <a:noFill/>
            <a:prstDash val="solid"/>
            <a:miter lim="800000"/>
          </a:ln>
          <a:effectLst>
            <a:glow rad="87236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2" name="星: 4 pt 231">
            <a:extLst>
              <a:ext uri="{FF2B5EF4-FFF2-40B4-BE49-F238E27FC236}">
                <a16:creationId xmlns:a16="http://schemas.microsoft.com/office/drawing/2014/main" id="{0DEB2B1B-C1D1-FF4E-C1FA-0E7632661D3D}"/>
              </a:ext>
            </a:extLst>
          </p:cNvPr>
          <p:cNvSpPr/>
          <p:nvPr/>
        </p:nvSpPr>
        <p:spPr>
          <a:xfrm>
            <a:off x="16147351" y="5004743"/>
            <a:ext cx="367618" cy="367617"/>
          </a:xfrm>
          <a:prstGeom prst="star4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glow rad="115644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3" name="星: 4 pt 232">
            <a:extLst>
              <a:ext uri="{FF2B5EF4-FFF2-40B4-BE49-F238E27FC236}">
                <a16:creationId xmlns:a16="http://schemas.microsoft.com/office/drawing/2014/main" id="{FF999A1E-2212-D360-A9E4-CF43BEDDF349}"/>
              </a:ext>
            </a:extLst>
          </p:cNvPr>
          <p:cNvSpPr/>
          <p:nvPr/>
        </p:nvSpPr>
        <p:spPr>
          <a:xfrm>
            <a:off x="6112835" y="9383689"/>
            <a:ext cx="181072" cy="181071"/>
          </a:xfrm>
          <a:prstGeom prst="star4">
            <a:avLst>
              <a:gd name="adj" fmla="val 9000"/>
            </a:avLst>
          </a:prstGeom>
          <a:solidFill>
            <a:srgbClr val="BED2FF"/>
          </a:solidFill>
          <a:ln w="19050" cap="flat" cmpd="sng" algn="ctr">
            <a:noFill/>
            <a:prstDash val="solid"/>
            <a:miter lim="800000"/>
          </a:ln>
          <a:effectLst>
            <a:glow rad="82739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4" name="星: 4 pt 233">
            <a:extLst>
              <a:ext uri="{FF2B5EF4-FFF2-40B4-BE49-F238E27FC236}">
                <a16:creationId xmlns:a16="http://schemas.microsoft.com/office/drawing/2014/main" id="{067555DA-67E1-8F02-DB29-63262198A2E7}"/>
              </a:ext>
            </a:extLst>
          </p:cNvPr>
          <p:cNvSpPr/>
          <p:nvPr/>
        </p:nvSpPr>
        <p:spPr>
          <a:xfrm>
            <a:off x="2699218" y="1127169"/>
            <a:ext cx="276593" cy="276593"/>
          </a:xfrm>
          <a:prstGeom prst="star4">
            <a:avLst>
              <a:gd name="adj" fmla="val 9000"/>
            </a:avLst>
          </a:prstGeom>
          <a:solidFill>
            <a:srgbClr val="BED2FF"/>
          </a:solidFill>
          <a:ln w="19050" cap="flat" cmpd="sng" algn="ctr">
            <a:noFill/>
            <a:prstDash val="solid"/>
            <a:miter lim="800000"/>
          </a:ln>
          <a:effectLst>
            <a:glow rad="99588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5" name="星: 4 pt 234">
            <a:extLst>
              <a:ext uri="{FF2B5EF4-FFF2-40B4-BE49-F238E27FC236}">
                <a16:creationId xmlns:a16="http://schemas.microsoft.com/office/drawing/2014/main" id="{A2A58DA3-5F4B-7EAA-07F7-A30332B27BF3}"/>
              </a:ext>
            </a:extLst>
          </p:cNvPr>
          <p:cNvSpPr/>
          <p:nvPr/>
        </p:nvSpPr>
        <p:spPr>
          <a:xfrm>
            <a:off x="12580860" y="2284269"/>
            <a:ext cx="205591" cy="205591"/>
          </a:xfrm>
          <a:prstGeom prst="star4">
            <a:avLst>
              <a:gd name="adj" fmla="val 9000"/>
            </a:avLst>
          </a:prstGeom>
          <a:solidFill>
            <a:srgbClr val="FFECBE"/>
          </a:solidFill>
          <a:ln w="19050" cap="flat" cmpd="sng" algn="ctr">
            <a:noFill/>
            <a:prstDash val="solid"/>
            <a:miter lim="800000"/>
          </a:ln>
          <a:effectLst>
            <a:glow rad="87064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6" name="星: 4 pt 235">
            <a:extLst>
              <a:ext uri="{FF2B5EF4-FFF2-40B4-BE49-F238E27FC236}">
                <a16:creationId xmlns:a16="http://schemas.microsoft.com/office/drawing/2014/main" id="{5D677D57-E368-9276-667B-F592342B21A5}"/>
              </a:ext>
            </a:extLst>
          </p:cNvPr>
          <p:cNvSpPr/>
          <p:nvPr/>
        </p:nvSpPr>
        <p:spPr>
          <a:xfrm>
            <a:off x="18642625" y="8206836"/>
            <a:ext cx="181762" cy="181763"/>
          </a:xfrm>
          <a:prstGeom prst="star4">
            <a:avLst>
              <a:gd name="adj" fmla="val 9000"/>
            </a:avLst>
          </a:prstGeom>
          <a:solidFill>
            <a:srgbClr val="BED2FF"/>
          </a:solidFill>
          <a:ln w="19050" cap="flat" cmpd="sng" algn="ctr">
            <a:noFill/>
            <a:prstDash val="solid"/>
            <a:miter lim="800000"/>
          </a:ln>
          <a:effectLst>
            <a:glow rad="82861">
              <a:srgbClr val="FFDCA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7" name="星: 4 pt 236">
            <a:extLst>
              <a:ext uri="{FF2B5EF4-FFF2-40B4-BE49-F238E27FC236}">
                <a16:creationId xmlns:a16="http://schemas.microsoft.com/office/drawing/2014/main" id="{A09E1B52-C575-98DC-F42B-8939B432DC7A}"/>
              </a:ext>
            </a:extLst>
          </p:cNvPr>
          <p:cNvSpPr/>
          <p:nvPr/>
        </p:nvSpPr>
        <p:spPr>
          <a:xfrm>
            <a:off x="1044000" y="972000"/>
            <a:ext cx="936000" cy="936000"/>
          </a:xfrm>
          <a:prstGeom prst="star4">
            <a:avLst>
              <a:gd name="adj" fmla="val 9000"/>
            </a:avLst>
          </a:prstGeom>
          <a:solidFill>
            <a:srgbClr val="FFF4DC"/>
          </a:solidFill>
          <a:ln w="19050" cap="flat" cmpd="sng" algn="ctr">
            <a:noFill/>
            <a:prstDash val="solid"/>
            <a:miter lim="800000"/>
          </a:ln>
          <a:effectLst>
            <a:glow rad="177800">
              <a:srgbClr val="FFBE6E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8" name="星: 4 pt 237">
            <a:extLst>
              <a:ext uri="{FF2B5EF4-FFF2-40B4-BE49-F238E27FC236}">
                <a16:creationId xmlns:a16="http://schemas.microsoft.com/office/drawing/2014/main" id="{963F18FE-9F40-3849-4E74-5A8B4A8473EE}"/>
              </a:ext>
            </a:extLst>
          </p:cNvPr>
          <p:cNvSpPr/>
          <p:nvPr/>
        </p:nvSpPr>
        <p:spPr>
          <a:xfrm>
            <a:off x="19601999" y="1890000"/>
            <a:ext cx="684000" cy="684000"/>
          </a:xfrm>
          <a:prstGeom prst="star4">
            <a:avLst>
              <a:gd name="adj" fmla="val 9000"/>
            </a:avLst>
          </a:prstGeom>
          <a:solidFill>
            <a:srgbClr val="FFF4DC"/>
          </a:solidFill>
          <a:ln w="19050" cap="flat" cmpd="sng" algn="ctr">
            <a:noFill/>
            <a:prstDash val="solid"/>
            <a:miter lim="800000"/>
          </a:ln>
          <a:effectLst>
            <a:glow rad="152400">
              <a:srgbClr val="AABEFF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9" name="星: 4 pt 238">
            <a:extLst>
              <a:ext uri="{FF2B5EF4-FFF2-40B4-BE49-F238E27FC236}">
                <a16:creationId xmlns:a16="http://schemas.microsoft.com/office/drawing/2014/main" id="{D67BDCB1-6FBB-8AFF-79E5-0CEF039CBD45}"/>
              </a:ext>
            </a:extLst>
          </p:cNvPr>
          <p:cNvSpPr/>
          <p:nvPr/>
        </p:nvSpPr>
        <p:spPr>
          <a:xfrm>
            <a:off x="1746000" y="8802000"/>
            <a:ext cx="540000" cy="540000"/>
          </a:xfrm>
          <a:prstGeom prst="star4">
            <a:avLst>
              <a:gd name="adj" fmla="val 9000"/>
            </a:avLst>
          </a:prstGeom>
          <a:solidFill>
            <a:srgbClr val="FFF4DC"/>
          </a:solidFill>
          <a:ln w="19050" cap="flat" cmpd="sng" algn="ctr">
            <a:noFill/>
            <a:prstDash val="solid"/>
            <a:miter lim="800000"/>
          </a:ln>
          <a:effectLst>
            <a:glow rad="127000">
              <a:srgbClr val="FFBE6E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0" name="星: 4 pt 239">
            <a:extLst>
              <a:ext uri="{FF2B5EF4-FFF2-40B4-BE49-F238E27FC236}">
                <a16:creationId xmlns:a16="http://schemas.microsoft.com/office/drawing/2014/main" id="{A29F353D-1D58-F632-BCC0-5639BAD9595D}"/>
              </a:ext>
            </a:extLst>
          </p:cNvPr>
          <p:cNvSpPr/>
          <p:nvPr/>
        </p:nvSpPr>
        <p:spPr>
          <a:xfrm>
            <a:off x="19043999" y="8244000"/>
            <a:ext cx="792000" cy="792000"/>
          </a:xfrm>
          <a:prstGeom prst="star4">
            <a:avLst>
              <a:gd name="adj" fmla="val 9000"/>
            </a:avLst>
          </a:prstGeom>
          <a:solidFill>
            <a:srgbClr val="FFF4DC"/>
          </a:solidFill>
          <a:ln w="19050" cap="flat" cmpd="sng" algn="ctr">
            <a:noFill/>
            <a:prstDash val="solid"/>
            <a:miter lim="800000"/>
          </a:ln>
          <a:effectLst>
            <a:glow rad="152400">
              <a:srgbClr val="FFBE6E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2" name="図 241">
            <a:extLst>
              <a:ext uri="{FF2B5EF4-FFF2-40B4-BE49-F238E27FC236}">
                <a16:creationId xmlns:a16="http://schemas.microsoft.com/office/drawing/2014/main" id="{2918056C-3974-759A-6FF2-3D33918E940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00000"/>
            <a:ext cx="21384000" cy="12034894"/>
          </a:xfrm>
          <a:prstGeom prst="rect">
            <a:avLst/>
          </a:prstGeom>
        </p:spPr>
      </p:pic>
      <p:sp>
        <p:nvSpPr>
          <p:cNvPr id="243" name="正方形/長方形 242">
            <a:extLst>
              <a:ext uri="{FF2B5EF4-FFF2-40B4-BE49-F238E27FC236}">
                <a16:creationId xmlns:a16="http://schemas.microsoft.com/office/drawing/2014/main" id="{785654E6-C476-3358-F14F-552843307E50}"/>
              </a:ext>
            </a:extLst>
          </p:cNvPr>
          <p:cNvSpPr/>
          <p:nvPr/>
        </p:nvSpPr>
        <p:spPr>
          <a:xfrm>
            <a:off x="-180000" y="9360000"/>
            <a:ext cx="21744000" cy="4319999"/>
          </a:xfrm>
          <a:prstGeom prst="rect">
            <a:avLst/>
          </a:prstGeom>
          <a:gradFill flip="none" rotWithShape="1">
            <a:gsLst>
              <a:gs pos="0">
                <a:srgbClr val="16286A">
                  <a:alpha val="0"/>
                </a:srgbClr>
              </a:gs>
              <a:gs pos="100000">
                <a:srgbClr val="16286A">
                  <a:alpha val="0"/>
                </a:srgbClr>
              </a:gs>
              <a:gs pos="33300">
                <a:srgbClr val="16286A"/>
              </a:gs>
              <a:gs pos="62500">
                <a:srgbClr val="16286A">
                  <a:alpha val="55000"/>
                </a:srgbClr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4" name="正方形/長方形 243">
            <a:extLst>
              <a:ext uri="{FF2B5EF4-FFF2-40B4-BE49-F238E27FC236}">
                <a16:creationId xmlns:a16="http://schemas.microsoft.com/office/drawing/2014/main" id="{7CBE9883-C996-7C21-A721-96660BA340E4}"/>
              </a:ext>
            </a:extLst>
          </p:cNvPr>
          <p:cNvSpPr/>
          <p:nvPr/>
        </p:nvSpPr>
        <p:spPr>
          <a:xfrm>
            <a:off x="-180000" y="21023999"/>
            <a:ext cx="21744000" cy="1817999"/>
          </a:xfrm>
          <a:prstGeom prst="rect">
            <a:avLst/>
          </a:prstGeom>
          <a:gradFill flip="none" rotWithShape="1">
            <a:gsLst>
              <a:gs pos="0">
                <a:srgbClr val="0C0E2C">
                  <a:alpha val="0"/>
                </a:srgbClr>
              </a:gs>
              <a:gs pos="100000">
                <a:srgbClr val="0C0E2C">
                  <a:alpha val="95000"/>
                </a:srgbClr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正方形/長方形 244">
            <a:extLst>
              <a:ext uri="{FF2B5EF4-FFF2-40B4-BE49-F238E27FC236}">
                <a16:creationId xmlns:a16="http://schemas.microsoft.com/office/drawing/2014/main" id="{692421F3-3A92-634F-5B46-A814B2212676}"/>
              </a:ext>
            </a:extLst>
          </p:cNvPr>
          <p:cNvSpPr/>
          <p:nvPr/>
        </p:nvSpPr>
        <p:spPr>
          <a:xfrm>
            <a:off x="-180000" y="22823999"/>
            <a:ext cx="21744000" cy="7631999"/>
          </a:xfrm>
          <a:prstGeom prst="rect">
            <a:avLst/>
          </a:prstGeom>
          <a:solidFill>
            <a:srgbClr val="0C0E2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6" name="楕円 245">
            <a:extLst>
              <a:ext uri="{FF2B5EF4-FFF2-40B4-BE49-F238E27FC236}">
                <a16:creationId xmlns:a16="http://schemas.microsoft.com/office/drawing/2014/main" id="{C82CDD3B-3A6A-2391-695E-098A0ABC1A44}"/>
              </a:ext>
            </a:extLst>
          </p:cNvPr>
          <p:cNvSpPr/>
          <p:nvPr/>
        </p:nvSpPr>
        <p:spPr>
          <a:xfrm>
            <a:off x="2448000" y="12239999"/>
            <a:ext cx="16559999" cy="10799999"/>
          </a:xfrm>
          <a:prstGeom prst="ellipse">
            <a:avLst/>
          </a:prstGeom>
          <a:gradFill flip="none" rotWithShape="1">
            <a:gsLst>
              <a:gs pos="0">
                <a:srgbClr val="FFD696">
                  <a:alpha val="50000"/>
                </a:srgbClr>
              </a:gs>
              <a:gs pos="100000">
                <a:srgbClr val="C896FF">
                  <a:alpha val="0"/>
                </a:srgbClr>
              </a:gs>
              <a:gs pos="45000">
                <a:srgbClr val="FFBE78">
                  <a:alpha val="18000"/>
                </a:srgbClr>
              </a:gs>
            </a:gsLst>
            <a:path path="rect">
              <a:fillToRect l="50000" t="50000" r="50000" b="50000"/>
            </a:path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8" name="図 247">
            <a:extLst>
              <a:ext uri="{FF2B5EF4-FFF2-40B4-BE49-F238E27FC236}">
                <a16:creationId xmlns:a16="http://schemas.microsoft.com/office/drawing/2014/main" id="{2077BEAC-1848-AB6F-F338-179F7A01E64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000" y="20124000"/>
            <a:ext cx="15120000" cy="3240000"/>
          </a:xfrm>
          <a:prstGeom prst="rect">
            <a:avLst/>
          </a:prstGeom>
        </p:spPr>
      </p:pic>
      <p:sp>
        <p:nvSpPr>
          <p:cNvPr id="249" name="楕円 248">
            <a:extLst>
              <a:ext uri="{FF2B5EF4-FFF2-40B4-BE49-F238E27FC236}">
                <a16:creationId xmlns:a16="http://schemas.microsoft.com/office/drawing/2014/main" id="{FA381E31-4712-0097-2C0E-DE8F92406F3F}"/>
              </a:ext>
            </a:extLst>
          </p:cNvPr>
          <p:cNvSpPr/>
          <p:nvPr/>
        </p:nvSpPr>
        <p:spPr>
          <a:xfrm>
            <a:off x="5148000" y="21438000"/>
            <a:ext cx="3959999" cy="504000"/>
          </a:xfrm>
          <a:prstGeom prst="ellipse">
            <a:avLst/>
          </a:prstGeom>
          <a:solidFill>
            <a:srgbClr val="050514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0" name="楕円 249">
            <a:extLst>
              <a:ext uri="{FF2B5EF4-FFF2-40B4-BE49-F238E27FC236}">
                <a16:creationId xmlns:a16="http://schemas.microsoft.com/office/drawing/2014/main" id="{5ABB48CA-92B7-DD7B-CD91-1BDACDE66C01}"/>
              </a:ext>
            </a:extLst>
          </p:cNvPr>
          <p:cNvSpPr/>
          <p:nvPr/>
        </p:nvSpPr>
        <p:spPr>
          <a:xfrm>
            <a:off x="12239999" y="21438000"/>
            <a:ext cx="4320001" cy="504000"/>
          </a:xfrm>
          <a:prstGeom prst="ellipse">
            <a:avLst/>
          </a:prstGeom>
          <a:solidFill>
            <a:srgbClr val="050514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2" name="図 251">
            <a:extLst>
              <a:ext uri="{FF2B5EF4-FFF2-40B4-BE49-F238E27FC236}">
                <a16:creationId xmlns:a16="http://schemas.microsoft.com/office/drawing/2014/main" id="{1D2A4950-90B7-F615-2B99-393DBBC2626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800" y="12671999"/>
            <a:ext cx="5972400" cy="9223200"/>
          </a:xfrm>
          <a:prstGeom prst="rect">
            <a:avLst/>
          </a:prstGeom>
          <a:effectLst>
            <a:glow rad="127000">
              <a:srgbClr val="FFE4AA">
                <a:alpha val="45000"/>
              </a:srgbClr>
            </a:glow>
          </a:effectLst>
        </p:spPr>
      </p:pic>
      <p:pic>
        <p:nvPicPr>
          <p:cNvPr id="254" name="図 253">
            <a:extLst>
              <a:ext uri="{FF2B5EF4-FFF2-40B4-BE49-F238E27FC236}">
                <a16:creationId xmlns:a16="http://schemas.microsoft.com/office/drawing/2014/main" id="{81254844-2DFB-6AD7-3738-75670780F7C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400" y="12671999"/>
            <a:ext cx="6955199" cy="9223200"/>
          </a:xfrm>
          <a:prstGeom prst="rect">
            <a:avLst/>
          </a:prstGeom>
          <a:effectLst>
            <a:glow rad="127000">
              <a:srgbClr val="FFE4AA">
                <a:alpha val="45000"/>
              </a:srgbClr>
            </a:glow>
          </a:effectLst>
        </p:spPr>
      </p:pic>
      <p:sp>
        <p:nvSpPr>
          <p:cNvPr id="255" name="四角形: 角を丸くする 254">
            <a:extLst>
              <a:ext uri="{FF2B5EF4-FFF2-40B4-BE49-F238E27FC236}">
                <a16:creationId xmlns:a16="http://schemas.microsoft.com/office/drawing/2014/main" id="{DF523ED2-6906-64E5-4C54-1ED9A7313DA1}"/>
              </a:ext>
            </a:extLst>
          </p:cNvPr>
          <p:cNvSpPr/>
          <p:nvPr/>
        </p:nvSpPr>
        <p:spPr>
          <a:xfrm>
            <a:off x="6732000" y="21870000"/>
            <a:ext cx="7919999" cy="773999"/>
          </a:xfrm>
          <a:prstGeom prst="roundRect">
            <a:avLst>
              <a:gd name="adj" fmla="val 50000"/>
            </a:avLst>
          </a:prstGeom>
          <a:solidFill>
            <a:srgbClr val="0E1030">
              <a:alpha val="88000"/>
            </a:srgbClr>
          </a:solidFill>
          <a:ln w="31750" cap="flat" cmpd="sng" algn="ctr">
            <a:solidFill>
              <a:srgbClr val="F0CC82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6" name="テキスト ボックス 255">
            <a:extLst>
              <a:ext uri="{FF2B5EF4-FFF2-40B4-BE49-F238E27FC236}">
                <a16:creationId xmlns:a16="http://schemas.microsoft.com/office/drawing/2014/main" id="{CAB9D0DF-4C4B-F0A9-491C-745C5E7D5E11}"/>
              </a:ext>
            </a:extLst>
          </p:cNvPr>
          <p:cNvSpPr txBox="1"/>
          <p:nvPr/>
        </p:nvSpPr>
        <p:spPr>
          <a:xfrm>
            <a:off x="6732000" y="21978000"/>
            <a:ext cx="79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3600" b="1">
                <a:solidFill>
                  <a:srgbClr val="FFF4DC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主人公は </a:t>
            </a:r>
            <a:r>
              <a:rPr kumimoji="1" lang="en-US" altLang="ja-JP" sz="3600" b="1">
                <a:solidFill>
                  <a:srgbClr val="FFF4DC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</a:t>
            </a:r>
            <a:r>
              <a:rPr kumimoji="1" lang="ja-JP" altLang="en-US" sz="3600" b="1">
                <a:solidFill>
                  <a:srgbClr val="FFF4DC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人から選べる！</a:t>
            </a:r>
          </a:p>
        </p:txBody>
      </p: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23A56EFF-7572-D804-2E02-9FA08DF43375}"/>
              </a:ext>
            </a:extLst>
          </p:cNvPr>
          <p:cNvSpPr/>
          <p:nvPr/>
        </p:nvSpPr>
        <p:spPr>
          <a:xfrm>
            <a:off x="-180000" y="22802399"/>
            <a:ext cx="21744000" cy="43200"/>
          </a:xfrm>
          <a:prstGeom prst="rect">
            <a:avLst/>
          </a:prstGeom>
          <a:solidFill>
            <a:srgbClr val="F0CC82"/>
          </a:solidFill>
          <a:ln w="19050" cap="flat" cmpd="sng" algn="ctr">
            <a:noFill/>
            <a:prstDash val="solid"/>
            <a:miter lim="800000"/>
          </a:ln>
          <a:effectLst>
            <a:glow rad="101600">
              <a:srgbClr val="FFB450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9" name="図 258">
            <a:extLst>
              <a:ext uri="{FF2B5EF4-FFF2-40B4-BE49-F238E27FC236}">
                <a16:creationId xmlns:a16="http://schemas.microsoft.com/office/drawing/2014/main" id="{A8843B5D-E36B-C378-CDAB-E7834DC708E4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000" y="360000"/>
            <a:ext cx="18720000" cy="9575363"/>
          </a:xfrm>
          <a:prstGeom prst="rect">
            <a:avLst/>
          </a:prstGeom>
        </p:spPr>
      </p:pic>
      <p:sp>
        <p:nvSpPr>
          <p:cNvPr id="260" name="テキスト ボックス 259">
            <a:extLst>
              <a:ext uri="{FF2B5EF4-FFF2-40B4-BE49-F238E27FC236}">
                <a16:creationId xmlns:a16="http://schemas.microsoft.com/office/drawing/2014/main" id="{6263D5AD-1BB0-474A-AADC-A5E15EF87D2C}"/>
              </a:ext>
            </a:extLst>
          </p:cNvPr>
          <p:cNvSpPr txBox="1"/>
          <p:nvPr/>
        </p:nvSpPr>
        <p:spPr>
          <a:xfrm>
            <a:off x="0" y="9936000"/>
            <a:ext cx="2138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8000" spc="400">
                <a:solidFill>
                  <a:srgbClr val="FFF4DC"/>
                </a:solidFill>
                <a:effectLst>
                  <a:glow rad="152400">
                    <a:srgbClr val="FF8C32">
                      <a:alpha val="45000"/>
                    </a:srgbClr>
                  </a:glow>
                  <a:outerShdw blurRad="101600" dist="25400" dir="5400000" rotWithShape="0">
                    <a:srgbClr val="050519">
                      <a:alpha val="70000"/>
                    </a:srgbClr>
                  </a:outerShdw>
                </a:effectLst>
                <a:latin typeface="游明朝 Demibold" panose="02020600000000000000" pitchFamily="18" charset="-128"/>
                <a:ea typeface="游明朝 Demibold" panose="02020600000000000000" pitchFamily="18" charset="-128"/>
              </a:rPr>
              <a:t>夜空から、星が消えていく</a:t>
            </a:r>
            <a:r>
              <a:rPr kumimoji="1" lang="en-US" altLang="ja-JP" sz="8000" spc="400">
                <a:solidFill>
                  <a:srgbClr val="FFF4DC"/>
                </a:solidFill>
                <a:effectLst>
                  <a:glow rad="152400">
                    <a:srgbClr val="FF8C32">
                      <a:alpha val="45000"/>
                    </a:srgbClr>
                  </a:glow>
                  <a:outerShdw blurRad="101600" dist="25400" dir="5400000" rotWithShape="0">
                    <a:srgbClr val="050519">
                      <a:alpha val="70000"/>
                    </a:srgbClr>
                  </a:outerShdw>
                </a:effectLst>
                <a:latin typeface="游明朝 Demibold" panose="02020600000000000000" pitchFamily="18" charset="-128"/>
                <a:ea typeface="游明朝 Demibold" panose="02020600000000000000" pitchFamily="18" charset="-128"/>
              </a:rPr>
              <a:t>――</a:t>
            </a:r>
            <a:r>
              <a:rPr kumimoji="1" lang="ja-JP" altLang="en-US" sz="8000" spc="400">
                <a:solidFill>
                  <a:srgbClr val="FFF4DC"/>
                </a:solidFill>
                <a:effectLst>
                  <a:glow rad="152400">
                    <a:srgbClr val="FF8C32">
                      <a:alpha val="45000"/>
                    </a:srgbClr>
                  </a:glow>
                  <a:outerShdw blurRad="101600" dist="25400" dir="5400000" rotWithShape="0">
                    <a:srgbClr val="050519">
                      <a:alpha val="70000"/>
                    </a:srgbClr>
                  </a:outerShdw>
                </a:effectLst>
                <a:latin typeface="游明朝 Demibold" panose="02020600000000000000" pitchFamily="18" charset="-128"/>
                <a:ea typeface="游明朝 Demibold" panose="02020600000000000000" pitchFamily="18" charset="-128"/>
              </a:rPr>
              <a:t>。</a:t>
            </a:r>
          </a:p>
        </p:txBody>
      </p:sp>
      <p:sp>
        <p:nvSpPr>
          <p:cNvPr id="261" name="テキスト ボックス 260">
            <a:extLst>
              <a:ext uri="{FF2B5EF4-FFF2-40B4-BE49-F238E27FC236}">
                <a16:creationId xmlns:a16="http://schemas.microsoft.com/office/drawing/2014/main" id="{8FAC43CB-42E3-59E2-1DE2-28A06873C70F}"/>
              </a:ext>
            </a:extLst>
          </p:cNvPr>
          <p:cNvSpPr txBox="1"/>
          <p:nvPr/>
        </p:nvSpPr>
        <p:spPr>
          <a:xfrm>
            <a:off x="0" y="11268000"/>
            <a:ext cx="2138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4000">
                <a:solidFill>
                  <a:srgbClr val="FFFFFF"/>
                </a:solidFill>
                <a:effectLst>
                  <a:glow rad="127000">
                    <a:srgbClr val="1E1E64">
                      <a:alpha val="80000"/>
                    </a:srgbClr>
                  </a:glow>
                </a:effectLst>
                <a:latin typeface="游明朝 Demibold" panose="02020600000000000000" pitchFamily="18" charset="-128"/>
                <a:ea typeface="游明朝 Demibold" panose="02020600000000000000" pitchFamily="18" charset="-128"/>
              </a:rPr>
              <a:t>胸に星の宝石を宿す</a:t>
            </a:r>
            <a:r>
              <a:rPr kumimoji="1" lang="en-US" altLang="ja-JP" sz="4000">
                <a:solidFill>
                  <a:srgbClr val="FFFFFF"/>
                </a:solidFill>
                <a:effectLst>
                  <a:glow rad="127000">
                    <a:srgbClr val="1E1E64">
                      <a:alpha val="80000"/>
                    </a:srgbClr>
                  </a:glow>
                </a:effectLst>
                <a:latin typeface="游明朝 Demibold" panose="02020600000000000000" pitchFamily="18" charset="-128"/>
                <a:ea typeface="游明朝 Demibold" panose="02020600000000000000" pitchFamily="18" charset="-128"/>
              </a:rPr>
              <a:t>〈</a:t>
            </a:r>
            <a:r>
              <a:rPr kumimoji="1" lang="ja-JP" altLang="en-US" sz="4000">
                <a:solidFill>
                  <a:srgbClr val="FFFFFF"/>
                </a:solidFill>
                <a:effectLst>
                  <a:glow rad="127000">
                    <a:srgbClr val="1E1E64">
                      <a:alpha val="80000"/>
                    </a:srgbClr>
                  </a:glow>
                </a:effectLst>
                <a:latin typeface="游明朝 Demibold" panose="02020600000000000000" pitchFamily="18" charset="-128"/>
                <a:ea typeface="游明朝 Demibold" panose="02020600000000000000" pitchFamily="18" charset="-128"/>
              </a:rPr>
              <a:t>星の子</a:t>
            </a:r>
            <a:r>
              <a:rPr kumimoji="1" lang="en-US" altLang="ja-JP" sz="4000">
                <a:solidFill>
                  <a:srgbClr val="FFFFFF"/>
                </a:solidFill>
                <a:effectLst>
                  <a:glow rad="127000">
                    <a:srgbClr val="1E1E64">
                      <a:alpha val="80000"/>
                    </a:srgbClr>
                  </a:glow>
                </a:effectLst>
                <a:latin typeface="游明朝 Demibold" panose="02020600000000000000" pitchFamily="18" charset="-128"/>
                <a:ea typeface="游明朝 Demibold" panose="02020600000000000000" pitchFamily="18" charset="-128"/>
              </a:rPr>
              <a:t>〉</a:t>
            </a:r>
            <a:r>
              <a:rPr kumimoji="1" lang="ja-JP" altLang="en-US" sz="4000">
                <a:solidFill>
                  <a:srgbClr val="FFFFFF"/>
                </a:solidFill>
                <a:effectLst>
                  <a:glow rad="127000">
                    <a:srgbClr val="1E1E64">
                      <a:alpha val="80000"/>
                    </a:srgbClr>
                  </a:glow>
                </a:effectLst>
                <a:latin typeface="游明朝 Demibold" panose="02020600000000000000" pitchFamily="18" charset="-128"/>
                <a:ea typeface="游明朝 Demibold" panose="02020600000000000000" pitchFamily="18" charset="-128"/>
              </a:rPr>
              <a:t>の冒険が、いま始まる。</a:t>
            </a:r>
          </a:p>
        </p:txBody>
      </p:sp>
      <p:sp>
        <p:nvSpPr>
          <p:cNvPr id="262" name="テキスト ボックス 261">
            <a:extLst>
              <a:ext uri="{FF2B5EF4-FFF2-40B4-BE49-F238E27FC236}">
                <a16:creationId xmlns:a16="http://schemas.microsoft.com/office/drawing/2014/main" id="{743739F4-6917-8BBD-5BD8-66201172623B}"/>
              </a:ext>
            </a:extLst>
          </p:cNvPr>
          <p:cNvSpPr txBox="1"/>
          <p:nvPr/>
        </p:nvSpPr>
        <p:spPr>
          <a:xfrm>
            <a:off x="0" y="23507999"/>
            <a:ext cx="2138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4400">
                <a:solidFill>
                  <a:srgbClr val="F0CC82"/>
                </a:solidFill>
                <a:effectLst>
                  <a:glow rad="101600">
                    <a:srgbClr val="FF963C">
                      <a:alpha val="40000"/>
                    </a:srgbClr>
                  </a:glow>
                </a:effectLst>
                <a:latin typeface="游明朝 Demibold" panose="02020600000000000000" pitchFamily="18" charset="-128"/>
                <a:ea typeface="游明朝 Demibold" panose="02020600000000000000" pitchFamily="18" charset="-128"/>
              </a:rPr>
              <a:t>立ちはだかる強敵たち</a:t>
            </a:r>
          </a:p>
        </p:txBody>
      </p:sp>
      <p:sp>
        <p:nvSpPr>
          <p:cNvPr id="263" name="正方形/長方形 262">
            <a:extLst>
              <a:ext uri="{FF2B5EF4-FFF2-40B4-BE49-F238E27FC236}">
                <a16:creationId xmlns:a16="http://schemas.microsoft.com/office/drawing/2014/main" id="{8E39FF23-1F9E-1507-7EAE-FBA480736039}"/>
              </a:ext>
            </a:extLst>
          </p:cNvPr>
          <p:cNvSpPr/>
          <p:nvPr/>
        </p:nvSpPr>
        <p:spPr>
          <a:xfrm>
            <a:off x="4464000" y="23857200"/>
            <a:ext cx="3096000" cy="25200"/>
          </a:xfrm>
          <a:prstGeom prst="rect">
            <a:avLst/>
          </a:prstGeom>
          <a:solidFill>
            <a:srgbClr val="F0CC8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4" name="正方形/長方形 263">
            <a:extLst>
              <a:ext uri="{FF2B5EF4-FFF2-40B4-BE49-F238E27FC236}">
                <a16:creationId xmlns:a16="http://schemas.microsoft.com/office/drawing/2014/main" id="{DC7936DD-43D7-0316-91EC-FBBAD6C97D19}"/>
              </a:ext>
            </a:extLst>
          </p:cNvPr>
          <p:cNvSpPr/>
          <p:nvPr/>
        </p:nvSpPr>
        <p:spPr>
          <a:xfrm>
            <a:off x="13824000" y="23857200"/>
            <a:ext cx="3096000" cy="25200"/>
          </a:xfrm>
          <a:prstGeom prst="rect">
            <a:avLst/>
          </a:prstGeom>
          <a:solidFill>
            <a:srgbClr val="F0CC8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5" name="ひし形 264">
            <a:extLst>
              <a:ext uri="{FF2B5EF4-FFF2-40B4-BE49-F238E27FC236}">
                <a16:creationId xmlns:a16="http://schemas.microsoft.com/office/drawing/2014/main" id="{F7548683-0826-97C5-4321-992EF7ECEF55}"/>
              </a:ext>
            </a:extLst>
          </p:cNvPr>
          <p:cNvSpPr/>
          <p:nvPr/>
        </p:nvSpPr>
        <p:spPr>
          <a:xfrm>
            <a:off x="7488000" y="23778000"/>
            <a:ext cx="179999" cy="180000"/>
          </a:xfrm>
          <a:prstGeom prst="diamond">
            <a:avLst/>
          </a:prstGeom>
          <a:solidFill>
            <a:srgbClr val="F0CC8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6" name="ひし形 265">
            <a:extLst>
              <a:ext uri="{FF2B5EF4-FFF2-40B4-BE49-F238E27FC236}">
                <a16:creationId xmlns:a16="http://schemas.microsoft.com/office/drawing/2014/main" id="{5D4947E9-E24A-6849-E839-6BB5D924D6E9}"/>
              </a:ext>
            </a:extLst>
          </p:cNvPr>
          <p:cNvSpPr/>
          <p:nvPr/>
        </p:nvSpPr>
        <p:spPr>
          <a:xfrm>
            <a:off x="13716000" y="23778000"/>
            <a:ext cx="180000" cy="180000"/>
          </a:xfrm>
          <a:prstGeom prst="diamond">
            <a:avLst/>
          </a:prstGeom>
          <a:solidFill>
            <a:srgbClr val="F0CC8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8" name="図 267">
            <a:extLst>
              <a:ext uri="{FF2B5EF4-FFF2-40B4-BE49-F238E27FC236}">
                <a16:creationId xmlns:a16="http://schemas.microsoft.com/office/drawing/2014/main" id="{EAC1D8AD-2204-49E6-7C60-995F0D08F772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000" y="23993999"/>
            <a:ext cx="3960000" cy="3960000"/>
          </a:xfrm>
          <a:prstGeom prst="rect">
            <a:avLst/>
          </a:prstGeom>
        </p:spPr>
      </p:pic>
      <p:sp>
        <p:nvSpPr>
          <p:cNvPr id="269" name="楕円 268">
            <a:extLst>
              <a:ext uri="{FF2B5EF4-FFF2-40B4-BE49-F238E27FC236}">
                <a16:creationId xmlns:a16="http://schemas.microsoft.com/office/drawing/2014/main" id="{235DCA29-15FA-5055-E9C6-AA08BFBD691B}"/>
              </a:ext>
            </a:extLst>
          </p:cNvPr>
          <p:cNvSpPr/>
          <p:nvPr/>
        </p:nvSpPr>
        <p:spPr>
          <a:xfrm>
            <a:off x="2655000" y="27576001"/>
            <a:ext cx="2754000" cy="359999"/>
          </a:xfrm>
          <a:prstGeom prst="ellipse">
            <a:avLst/>
          </a:prstGeom>
          <a:solidFill>
            <a:srgbClr val="00000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1" name="図 270">
            <a:extLst>
              <a:ext uri="{FF2B5EF4-FFF2-40B4-BE49-F238E27FC236}">
                <a16:creationId xmlns:a16="http://schemas.microsoft.com/office/drawing/2014/main" id="{B5F93E2C-427B-0C2D-2DAD-B6BDAC052551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000" y="24119999"/>
            <a:ext cx="3150000" cy="3708000"/>
          </a:xfrm>
          <a:prstGeom prst="rect">
            <a:avLst/>
          </a:prstGeom>
        </p:spPr>
      </p:pic>
      <p:sp>
        <p:nvSpPr>
          <p:cNvPr id="272" name="テキスト ボックス 271">
            <a:extLst>
              <a:ext uri="{FF2B5EF4-FFF2-40B4-BE49-F238E27FC236}">
                <a16:creationId xmlns:a16="http://schemas.microsoft.com/office/drawing/2014/main" id="{06AA0636-1E6B-D495-547F-4465CC21C157}"/>
              </a:ext>
            </a:extLst>
          </p:cNvPr>
          <p:cNvSpPr txBox="1"/>
          <p:nvPr/>
        </p:nvSpPr>
        <p:spPr>
          <a:xfrm>
            <a:off x="792000" y="27863998"/>
            <a:ext cx="64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3400" b="1">
                <a:solidFill>
                  <a:srgbClr val="FFFFFF"/>
                </a:solidFill>
                <a:effectLst>
                  <a:outerShdw blurRad="50800" dist="25400" dir="5400000" rotWithShape="0">
                    <a:srgbClr val="00000A">
                      <a:alpha val="70000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巨大森イノシシ</a:t>
            </a:r>
          </a:p>
        </p:txBody>
      </p:sp>
      <p:sp>
        <p:nvSpPr>
          <p:cNvPr id="273" name="テキスト ボックス 272">
            <a:extLst>
              <a:ext uri="{FF2B5EF4-FFF2-40B4-BE49-F238E27FC236}">
                <a16:creationId xmlns:a16="http://schemas.microsoft.com/office/drawing/2014/main" id="{95EDEF44-29C5-0BEA-9006-A7051177353F}"/>
              </a:ext>
            </a:extLst>
          </p:cNvPr>
          <p:cNvSpPr txBox="1"/>
          <p:nvPr/>
        </p:nvSpPr>
        <p:spPr>
          <a:xfrm>
            <a:off x="792000" y="28421998"/>
            <a:ext cx="64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F0CC8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★☆☆　初心者向け</a:t>
            </a:r>
          </a:p>
        </p:txBody>
      </p:sp>
      <p:pic>
        <p:nvPicPr>
          <p:cNvPr id="275" name="図 274">
            <a:extLst>
              <a:ext uri="{FF2B5EF4-FFF2-40B4-BE49-F238E27FC236}">
                <a16:creationId xmlns:a16="http://schemas.microsoft.com/office/drawing/2014/main" id="{FB0635C8-372A-7DD7-10EE-2BA22547E112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000" y="24111000"/>
            <a:ext cx="3960000" cy="3960000"/>
          </a:xfrm>
          <a:prstGeom prst="rect">
            <a:avLst/>
          </a:prstGeom>
        </p:spPr>
      </p:pic>
      <p:sp>
        <p:nvSpPr>
          <p:cNvPr id="276" name="楕円 275">
            <a:extLst>
              <a:ext uri="{FF2B5EF4-FFF2-40B4-BE49-F238E27FC236}">
                <a16:creationId xmlns:a16="http://schemas.microsoft.com/office/drawing/2014/main" id="{3EE85725-A9F8-89F7-1207-8AEC6D7B4A87}"/>
              </a:ext>
            </a:extLst>
          </p:cNvPr>
          <p:cNvSpPr/>
          <p:nvPr/>
        </p:nvSpPr>
        <p:spPr>
          <a:xfrm>
            <a:off x="9760500" y="27576001"/>
            <a:ext cx="1863000" cy="359999"/>
          </a:xfrm>
          <a:prstGeom prst="ellipse">
            <a:avLst/>
          </a:prstGeom>
          <a:solidFill>
            <a:srgbClr val="00000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8" name="図 277">
            <a:extLst>
              <a:ext uri="{FF2B5EF4-FFF2-40B4-BE49-F238E27FC236}">
                <a16:creationId xmlns:a16="http://schemas.microsoft.com/office/drawing/2014/main" id="{8EF45C4D-0562-E935-137D-06F3C89C4AF6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000" y="24353999"/>
            <a:ext cx="2160000" cy="3474000"/>
          </a:xfrm>
          <a:prstGeom prst="rect">
            <a:avLst/>
          </a:prstGeom>
        </p:spPr>
      </p:pic>
      <p:sp>
        <p:nvSpPr>
          <p:cNvPr id="279" name="テキスト ボックス 278">
            <a:extLst>
              <a:ext uri="{FF2B5EF4-FFF2-40B4-BE49-F238E27FC236}">
                <a16:creationId xmlns:a16="http://schemas.microsoft.com/office/drawing/2014/main" id="{25450E37-5120-D324-3B52-522002174AEE}"/>
              </a:ext>
            </a:extLst>
          </p:cNvPr>
          <p:cNvSpPr txBox="1"/>
          <p:nvPr/>
        </p:nvSpPr>
        <p:spPr>
          <a:xfrm>
            <a:off x="7452000" y="27863998"/>
            <a:ext cx="64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3400" b="1">
                <a:solidFill>
                  <a:srgbClr val="FFFFFF"/>
                </a:solidFill>
                <a:effectLst>
                  <a:outerShdw blurRad="50800" dist="25400" dir="5400000" rotWithShape="0">
                    <a:srgbClr val="00000A">
                      <a:alpha val="70000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黒蝕狼</a:t>
            </a:r>
          </a:p>
        </p:txBody>
      </p:sp>
      <p:sp>
        <p:nvSpPr>
          <p:cNvPr id="280" name="テキスト ボックス 279">
            <a:extLst>
              <a:ext uri="{FF2B5EF4-FFF2-40B4-BE49-F238E27FC236}">
                <a16:creationId xmlns:a16="http://schemas.microsoft.com/office/drawing/2014/main" id="{D5917853-55C6-215A-BD63-10F01D90A67C}"/>
              </a:ext>
            </a:extLst>
          </p:cNvPr>
          <p:cNvSpPr txBox="1"/>
          <p:nvPr/>
        </p:nvSpPr>
        <p:spPr>
          <a:xfrm>
            <a:off x="7452000" y="28421998"/>
            <a:ext cx="64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F0CC8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★★☆　中級者向け</a:t>
            </a:r>
          </a:p>
        </p:txBody>
      </p:sp>
      <p:pic>
        <p:nvPicPr>
          <p:cNvPr id="282" name="図 281">
            <a:extLst>
              <a:ext uri="{FF2B5EF4-FFF2-40B4-BE49-F238E27FC236}">
                <a16:creationId xmlns:a16="http://schemas.microsoft.com/office/drawing/2014/main" id="{917CF105-DFB9-DC41-8864-9E50FE48285B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2000" y="23948999"/>
            <a:ext cx="3960000" cy="3960000"/>
          </a:xfrm>
          <a:prstGeom prst="rect">
            <a:avLst/>
          </a:prstGeom>
        </p:spPr>
      </p:pic>
      <p:sp>
        <p:nvSpPr>
          <p:cNvPr id="283" name="楕円 282">
            <a:extLst>
              <a:ext uri="{FF2B5EF4-FFF2-40B4-BE49-F238E27FC236}">
                <a16:creationId xmlns:a16="http://schemas.microsoft.com/office/drawing/2014/main" id="{2773C646-2D44-6E7A-D6C0-3226F44F7D2E}"/>
              </a:ext>
            </a:extLst>
          </p:cNvPr>
          <p:cNvSpPr/>
          <p:nvPr/>
        </p:nvSpPr>
        <p:spPr>
          <a:xfrm>
            <a:off x="15683399" y="27576001"/>
            <a:ext cx="3337200" cy="359999"/>
          </a:xfrm>
          <a:prstGeom prst="ellipse">
            <a:avLst/>
          </a:prstGeom>
          <a:solidFill>
            <a:srgbClr val="00000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85" name="図 284">
            <a:extLst>
              <a:ext uri="{FF2B5EF4-FFF2-40B4-BE49-F238E27FC236}">
                <a16:creationId xmlns:a16="http://schemas.microsoft.com/office/drawing/2014/main" id="{18105309-4ABD-5C24-B589-ECAEEFD66BDE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2999" y="24030000"/>
            <a:ext cx="3798000" cy="3798000"/>
          </a:xfrm>
          <a:prstGeom prst="rect">
            <a:avLst/>
          </a:prstGeom>
        </p:spPr>
      </p:pic>
      <p:sp>
        <p:nvSpPr>
          <p:cNvPr id="286" name="テキスト ボックス 285">
            <a:extLst>
              <a:ext uri="{FF2B5EF4-FFF2-40B4-BE49-F238E27FC236}">
                <a16:creationId xmlns:a16="http://schemas.microsoft.com/office/drawing/2014/main" id="{F09384A0-8D82-3B12-29FC-3AAC44EF796C}"/>
              </a:ext>
            </a:extLst>
          </p:cNvPr>
          <p:cNvSpPr txBox="1"/>
          <p:nvPr/>
        </p:nvSpPr>
        <p:spPr>
          <a:xfrm>
            <a:off x="14111999" y="27863998"/>
            <a:ext cx="64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3400" b="1">
                <a:solidFill>
                  <a:srgbClr val="FFFFFF"/>
                </a:solidFill>
                <a:effectLst>
                  <a:outerShdw blurRad="50800" dist="25400" dir="5400000" rotWithShape="0">
                    <a:srgbClr val="00000A">
                      <a:alpha val="70000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rPr>
              <a:t>魔道ゴーレム</a:t>
            </a:r>
          </a:p>
        </p:txBody>
      </p:sp>
      <p:sp>
        <p:nvSpPr>
          <p:cNvPr id="287" name="テキスト ボックス 286">
            <a:extLst>
              <a:ext uri="{FF2B5EF4-FFF2-40B4-BE49-F238E27FC236}">
                <a16:creationId xmlns:a16="http://schemas.microsoft.com/office/drawing/2014/main" id="{F2AD0047-938E-D906-E111-2EF29B2920AA}"/>
              </a:ext>
            </a:extLst>
          </p:cNvPr>
          <p:cNvSpPr txBox="1"/>
          <p:nvPr/>
        </p:nvSpPr>
        <p:spPr>
          <a:xfrm>
            <a:off x="14111999" y="28421998"/>
            <a:ext cx="64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F0CC8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★★★　上級者向け</a:t>
            </a:r>
          </a:p>
        </p:txBody>
      </p:sp>
      <p:sp>
        <p:nvSpPr>
          <p:cNvPr id="288" name="正方形/長方形 287">
            <a:extLst>
              <a:ext uri="{FF2B5EF4-FFF2-40B4-BE49-F238E27FC236}">
                <a16:creationId xmlns:a16="http://schemas.microsoft.com/office/drawing/2014/main" id="{52B68E63-8F38-504B-5C92-0179353B8637}"/>
              </a:ext>
            </a:extLst>
          </p:cNvPr>
          <p:cNvSpPr/>
          <p:nvPr/>
        </p:nvSpPr>
        <p:spPr>
          <a:xfrm>
            <a:off x="2160000" y="29069999"/>
            <a:ext cx="17064000" cy="17999"/>
          </a:xfrm>
          <a:prstGeom prst="rect">
            <a:avLst/>
          </a:prstGeom>
          <a:solidFill>
            <a:srgbClr val="F0CC82">
              <a:alpha val="5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9" name="テキスト ボックス 288">
            <a:extLst>
              <a:ext uri="{FF2B5EF4-FFF2-40B4-BE49-F238E27FC236}">
                <a16:creationId xmlns:a16="http://schemas.microsoft.com/office/drawing/2014/main" id="{8F40ABB3-0E0B-0ADF-5544-A45C7ED20BEB}"/>
              </a:ext>
            </a:extLst>
          </p:cNvPr>
          <p:cNvSpPr txBox="1"/>
          <p:nvPr/>
        </p:nvSpPr>
        <p:spPr>
          <a:xfrm>
            <a:off x="0" y="29195998"/>
            <a:ext cx="2138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3000" b="1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剣・魔道具・魔法陣で戦う </a:t>
            </a:r>
            <a:r>
              <a:rPr kumimoji="1" lang="en-US" altLang="ja-JP" sz="3000" b="1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2D</a:t>
            </a:r>
            <a:r>
              <a:rPr kumimoji="1" lang="ja-JP" altLang="en-US" sz="3000" b="1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見下ろし型アクション</a:t>
            </a:r>
            <a:r>
              <a:rPr kumimoji="1" lang="en-US" altLang="ja-JP" sz="3000" b="1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RPG</a:t>
            </a:r>
            <a:r>
              <a:rPr kumimoji="1" lang="ja-JP" altLang="en-US" sz="3000" b="1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　｜　</a:t>
            </a:r>
            <a:r>
              <a:rPr kumimoji="1" lang="en-US" altLang="ja-JP" sz="3000" b="1">
                <a:solidFill>
                  <a:srgbClr val="F0CC8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PC</a:t>
            </a:r>
            <a:r>
              <a:rPr kumimoji="1" lang="ja-JP" altLang="en-US" sz="3000" b="1">
                <a:solidFill>
                  <a:srgbClr val="F0CC8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・スマホ対応</a:t>
            </a:r>
          </a:p>
        </p:txBody>
      </p:sp>
      <p:pic>
        <p:nvPicPr>
          <p:cNvPr id="291" name="図 290">
            <a:extLst>
              <a:ext uri="{FF2B5EF4-FFF2-40B4-BE49-F238E27FC236}">
                <a16:creationId xmlns:a16="http://schemas.microsoft.com/office/drawing/2014/main" id="{BF769077-1464-5E09-BAA0-C2E847ED49B9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8000" y="20861999"/>
            <a:ext cx="2088000" cy="20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6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ユーザー設定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游明朝 Demibold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塩見 哉斗</dc:creator>
  <cp:lastModifiedBy>塩見 哉斗</cp:lastModifiedBy>
  <cp:revision>1</cp:revision>
  <dcterms:created xsi:type="dcterms:W3CDTF">2026-10-30T08:39:29Z</dcterms:created>
  <dcterms:modified xsi:type="dcterms:W3CDTF">2026-10-30T08:39:29Z</dcterms:modified>
</cp:coreProperties>
</file>